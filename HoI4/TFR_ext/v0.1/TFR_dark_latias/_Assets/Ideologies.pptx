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6858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CC00CC"/>
    <a:srgbClr val="CC66FF"/>
    <a:srgbClr val="FF99FF"/>
    <a:srgbClr val="FF00FF"/>
    <a:srgbClr val="660066"/>
    <a:srgbClr val="9900CC"/>
    <a:srgbClr val="660033"/>
    <a:srgbClr val="CC00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57250" y="1122363"/>
            <a:ext cx="5143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CN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55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35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916" y="1709739"/>
            <a:ext cx="59150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67916" y="4589464"/>
            <a:ext cx="59150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61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65212" y="1825625"/>
            <a:ext cx="1620738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971675" y="1825625"/>
            <a:ext cx="1620739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76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2381" y="365126"/>
            <a:ext cx="5915025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961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35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61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15543" y="987426"/>
            <a:ext cx="347186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61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915543" y="987426"/>
            <a:ext cx="347186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80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13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2761060" y="365125"/>
            <a:ext cx="831354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265212" y="365125"/>
            <a:ext cx="2410122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182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71488" y="365126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71488" y="6356351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1900B-C541-4A11-B471-6ADB319CE90E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1713" y="6356351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43463" y="6356351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23A63-097F-4E4F-AD5D-C6048AA1CE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83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橢圓 23"/>
          <p:cNvSpPr/>
          <p:nvPr/>
        </p:nvSpPr>
        <p:spPr>
          <a:xfrm>
            <a:off x="685800" y="685800"/>
            <a:ext cx="5486400" cy="5486400"/>
          </a:xfrm>
          <a:prstGeom prst="ellipse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1"/>
          </a:gradFill>
          <a:ln w="254000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190500" dist="635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706230" y="1175751"/>
            <a:ext cx="5445540" cy="4506498"/>
            <a:chOff x="1465244" y="2405987"/>
            <a:chExt cx="4560983" cy="3774476"/>
          </a:xfrm>
          <a:effectLst>
            <a:glow rad="152400">
              <a:schemeClr val="bg1">
                <a:lumMod val="95000"/>
                <a:alpha val="75000"/>
              </a:schemeClr>
            </a:glow>
            <a:outerShdw blurRad="127000" dist="63500" dir="2700000" algn="tl" rotWithShape="0">
              <a:prstClr val="black"/>
            </a:outerShdw>
          </a:effectLst>
        </p:grpSpPr>
        <p:sp>
          <p:nvSpPr>
            <p:cNvPr id="6" name="橢圓 5"/>
            <p:cNvSpPr/>
            <p:nvPr/>
          </p:nvSpPr>
          <p:spPr>
            <a:xfrm>
              <a:off x="3272009" y="4816047"/>
              <a:ext cx="561860" cy="415288"/>
            </a:xfrm>
            <a:prstGeom prst="ellipse">
              <a:avLst/>
            </a:prstGeom>
            <a:noFill/>
            <a:ln w="1270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橢圓 4"/>
            <p:cNvSpPr/>
            <p:nvPr/>
          </p:nvSpPr>
          <p:spPr>
            <a:xfrm>
              <a:off x="3712684" y="3866920"/>
              <a:ext cx="2313543" cy="2313543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metal">
              <a:bevelT w="317500" h="317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2710149" y="4816047"/>
              <a:ext cx="561860" cy="415288"/>
            </a:xfrm>
            <a:prstGeom prst="ellipse">
              <a:avLst/>
            </a:prstGeom>
            <a:noFill/>
            <a:ln w="1270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2148289" y="4816047"/>
              <a:ext cx="561860" cy="415288"/>
            </a:xfrm>
            <a:prstGeom prst="ellipse">
              <a:avLst/>
            </a:prstGeom>
            <a:noFill/>
            <a:ln w="1270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1647022" y="4553318"/>
              <a:ext cx="561860" cy="415288"/>
            </a:xfrm>
            <a:prstGeom prst="ellipse">
              <a:avLst/>
            </a:prstGeom>
            <a:noFill/>
            <a:ln w="1270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1644268" y="4138030"/>
              <a:ext cx="561860" cy="415288"/>
            </a:xfrm>
            <a:prstGeom prst="ellipse">
              <a:avLst/>
            </a:prstGeom>
            <a:noFill/>
            <a:ln w="1270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2148289" y="3930386"/>
              <a:ext cx="561860" cy="415288"/>
            </a:xfrm>
            <a:prstGeom prst="ellipse">
              <a:avLst/>
            </a:prstGeom>
            <a:noFill/>
            <a:ln w="1270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2678476" y="3762497"/>
              <a:ext cx="561860" cy="415288"/>
            </a:xfrm>
            <a:prstGeom prst="ellipse">
              <a:avLst/>
            </a:prstGeom>
            <a:noFill/>
            <a:ln w="1270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3182497" y="3515098"/>
              <a:ext cx="561860" cy="415288"/>
            </a:xfrm>
            <a:prstGeom prst="ellipse">
              <a:avLst/>
            </a:prstGeom>
            <a:noFill/>
            <a:ln w="1270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3540544" y="3144236"/>
              <a:ext cx="561860" cy="415288"/>
            </a:xfrm>
            <a:prstGeom prst="ellipse">
              <a:avLst/>
            </a:prstGeom>
            <a:noFill/>
            <a:ln w="1270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3182497" y="2742717"/>
              <a:ext cx="561860" cy="415288"/>
            </a:xfrm>
            <a:prstGeom prst="ellipse">
              <a:avLst/>
            </a:prstGeom>
            <a:noFill/>
            <a:ln w="1270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1465244" y="2405987"/>
              <a:ext cx="1717254" cy="1079412"/>
            </a:xfrm>
            <a:prstGeom prst="roundRect">
              <a:avLst>
                <a:gd name="adj" fmla="val 22791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0"/>
            </a:gradFill>
            <a:ln>
              <a:noFill/>
            </a:ln>
            <a:scene3d>
              <a:camera prst="orthographicFront"/>
              <a:lightRig rig="threeP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手繪多邊形 21"/>
            <p:cNvSpPr/>
            <p:nvPr/>
          </p:nvSpPr>
          <p:spPr>
            <a:xfrm>
              <a:off x="2169635" y="2647160"/>
              <a:ext cx="308472" cy="597067"/>
            </a:xfrm>
            <a:custGeom>
              <a:avLst/>
              <a:gdLst>
                <a:gd name="connsiteX0" fmla="*/ 89512 w 308472"/>
                <a:gd name="connsiteY0" fmla="*/ 0 h 597067"/>
                <a:gd name="connsiteX1" fmla="*/ 218960 w 308472"/>
                <a:gd name="connsiteY1" fmla="*/ 0 h 597067"/>
                <a:gd name="connsiteX2" fmla="*/ 218960 w 308472"/>
                <a:gd name="connsiteY2" fmla="*/ 303877 h 597067"/>
                <a:gd name="connsiteX3" fmla="*/ 263297 w 308472"/>
                <a:gd name="connsiteY3" fmla="*/ 333770 h 597067"/>
                <a:gd name="connsiteX4" fmla="*/ 308472 w 308472"/>
                <a:gd name="connsiteY4" fmla="*/ 442831 h 597067"/>
                <a:gd name="connsiteX5" fmla="*/ 154236 w 308472"/>
                <a:gd name="connsiteY5" fmla="*/ 597067 h 597067"/>
                <a:gd name="connsiteX6" fmla="*/ 0 w 308472"/>
                <a:gd name="connsiteY6" fmla="*/ 442831 h 597067"/>
                <a:gd name="connsiteX7" fmla="*/ 45175 w 308472"/>
                <a:gd name="connsiteY7" fmla="*/ 333770 h 597067"/>
                <a:gd name="connsiteX8" fmla="*/ 89512 w 308472"/>
                <a:gd name="connsiteY8" fmla="*/ 303877 h 597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472" h="597067">
                  <a:moveTo>
                    <a:pt x="89512" y="0"/>
                  </a:moveTo>
                  <a:lnTo>
                    <a:pt x="218960" y="0"/>
                  </a:lnTo>
                  <a:lnTo>
                    <a:pt x="218960" y="303877"/>
                  </a:lnTo>
                  <a:lnTo>
                    <a:pt x="263297" y="333770"/>
                  </a:lnTo>
                  <a:cubicBezTo>
                    <a:pt x="291209" y="361681"/>
                    <a:pt x="308472" y="400240"/>
                    <a:pt x="308472" y="442831"/>
                  </a:cubicBezTo>
                  <a:cubicBezTo>
                    <a:pt x="308472" y="528013"/>
                    <a:pt x="239418" y="597067"/>
                    <a:pt x="154236" y="597067"/>
                  </a:cubicBezTo>
                  <a:cubicBezTo>
                    <a:pt x="69054" y="597067"/>
                    <a:pt x="0" y="528013"/>
                    <a:pt x="0" y="442831"/>
                  </a:cubicBezTo>
                  <a:cubicBezTo>
                    <a:pt x="0" y="400240"/>
                    <a:pt x="17264" y="361681"/>
                    <a:pt x="45175" y="333770"/>
                  </a:cubicBezTo>
                  <a:lnTo>
                    <a:pt x="89512" y="30387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144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橢圓 23"/>
          <p:cNvSpPr/>
          <p:nvPr/>
        </p:nvSpPr>
        <p:spPr>
          <a:xfrm>
            <a:off x="685800" y="685800"/>
            <a:ext cx="5486400" cy="5486400"/>
          </a:xfrm>
          <a:prstGeom prst="ellipse">
            <a:avLst/>
          </a:prstGeom>
          <a:gradFill>
            <a:gsLst>
              <a:gs pos="0">
                <a:srgbClr val="FFC000"/>
              </a:gs>
              <a:gs pos="100000">
                <a:schemeClr val="accent2"/>
              </a:gs>
            </a:gsLst>
            <a:lin ang="5400000" scaled="1"/>
          </a:gradFill>
          <a:ln w="254000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190500" dist="635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12065" y="221604"/>
            <a:ext cx="3833870" cy="6414793"/>
          </a:xfrm>
          <a:prstGeom prst="rect">
            <a:avLst/>
          </a:prstGeom>
          <a:effectLst>
            <a:glow rad="317500">
              <a:schemeClr val="accent4">
                <a:satMod val="175000"/>
                <a:alpha val="75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765894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橢圓 23"/>
          <p:cNvSpPr/>
          <p:nvPr/>
        </p:nvSpPr>
        <p:spPr>
          <a:xfrm>
            <a:off x="685800" y="685800"/>
            <a:ext cx="5486400" cy="54864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D60093"/>
              </a:gs>
            </a:gsLst>
            <a:lin ang="5400000" scaled="1"/>
          </a:gradFill>
          <a:ln w="317500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190500" dist="635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12065" y="221604"/>
            <a:ext cx="3833870" cy="6414793"/>
          </a:xfrm>
          <a:prstGeom prst="rect">
            <a:avLst/>
          </a:prstGeom>
          <a:effectLst>
            <a:glow rad="317500">
              <a:schemeClr val="accent4">
                <a:satMod val="175000"/>
                <a:alpha val="75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6804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橢圓 23"/>
          <p:cNvSpPr/>
          <p:nvPr/>
        </p:nvSpPr>
        <p:spPr>
          <a:xfrm>
            <a:off x="685800" y="685800"/>
            <a:ext cx="5486400" cy="5486400"/>
          </a:xfrm>
          <a:prstGeom prst="ellipse">
            <a:avLst/>
          </a:prstGeom>
          <a:gradFill>
            <a:gsLst>
              <a:gs pos="0">
                <a:srgbClr val="CC0066"/>
              </a:gs>
              <a:gs pos="100000">
                <a:srgbClr val="0070C0"/>
              </a:gs>
            </a:gsLst>
            <a:lin ang="5400000" scaled="1"/>
          </a:gradFill>
          <a:ln w="317500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190500" dist="635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6858000" cy="5143500"/>
          </a:xfrm>
          <a:prstGeom prst="rect">
            <a:avLst/>
          </a:prstGeom>
          <a:effectLst>
            <a:outerShdw blurRad="190500"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376949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橢圓 23"/>
          <p:cNvSpPr/>
          <p:nvPr/>
        </p:nvSpPr>
        <p:spPr>
          <a:xfrm>
            <a:off x="685800" y="685800"/>
            <a:ext cx="5486400" cy="5486400"/>
          </a:xfrm>
          <a:prstGeom prst="ellipse">
            <a:avLst/>
          </a:prstGeom>
          <a:gradFill>
            <a:gsLst>
              <a:gs pos="0">
                <a:srgbClr val="CC0066"/>
              </a:gs>
              <a:gs pos="100000">
                <a:srgbClr val="0070C0"/>
              </a:gs>
            </a:gsLst>
            <a:lin ang="5400000" scaled="1"/>
          </a:gradFill>
          <a:ln w="317500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190500" dist="635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6858000" cy="5143500"/>
          </a:xfrm>
          <a:prstGeom prst="rect">
            <a:avLst/>
          </a:prstGeom>
          <a:effectLst>
            <a:outerShdw blurRad="190500"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251341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橢圓 23"/>
          <p:cNvSpPr/>
          <p:nvPr/>
        </p:nvSpPr>
        <p:spPr>
          <a:xfrm>
            <a:off x="685800" y="685800"/>
            <a:ext cx="5486400" cy="5486400"/>
          </a:xfrm>
          <a:prstGeom prst="ellipse">
            <a:avLst/>
          </a:prstGeom>
          <a:gradFill>
            <a:gsLst>
              <a:gs pos="0">
                <a:srgbClr val="7030A0">
                  <a:lumMod val="95000"/>
                </a:srgbClr>
              </a:gs>
              <a:gs pos="100000">
                <a:srgbClr val="660066">
                  <a:lumMod val="50000"/>
                </a:srgbClr>
              </a:gs>
            </a:gsLst>
            <a:lin ang="5400000" scaled="1"/>
          </a:gradFill>
          <a:ln w="317500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  <a:effectLst>
            <a:outerShdw blurRad="190500" dist="635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群組 16"/>
          <p:cNvGrpSpPr/>
          <p:nvPr/>
        </p:nvGrpSpPr>
        <p:grpSpPr>
          <a:xfrm flipV="1">
            <a:off x="732729" y="1540885"/>
            <a:ext cx="5392541" cy="4631315"/>
            <a:chOff x="2336007" y="2481264"/>
            <a:chExt cx="2306840" cy="1981200"/>
          </a:xfrm>
          <a:gradFill>
            <a:gsLst>
              <a:gs pos="0">
                <a:srgbClr val="CC66FF"/>
              </a:gs>
              <a:gs pos="100000">
                <a:srgbClr val="FF99FF"/>
              </a:gs>
            </a:gsLst>
            <a:lin ang="5400000" scaled="1"/>
          </a:gradFill>
          <a:effectLst>
            <a:glow rad="317500">
              <a:srgbClr val="FF00FF">
                <a:alpha val="25000"/>
              </a:srgbClr>
            </a:glow>
            <a:outerShdw blurRad="190500" dist="127000" dir="2700000" algn="tl" rotWithShape="0">
              <a:prstClr val="black"/>
            </a:outerShdw>
          </a:effectLst>
        </p:grpSpPr>
        <p:sp>
          <p:nvSpPr>
            <p:cNvPr id="9" name="等腰三角形 8"/>
            <p:cNvSpPr/>
            <p:nvPr/>
          </p:nvSpPr>
          <p:spPr>
            <a:xfrm>
              <a:off x="3133725" y="2481264"/>
              <a:ext cx="657225" cy="19812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2336007" y="3219451"/>
              <a:ext cx="909637" cy="1243013"/>
            </a:xfrm>
            <a:custGeom>
              <a:avLst/>
              <a:gdLst>
                <a:gd name="connsiteX0" fmla="*/ 0 w 666750"/>
                <a:gd name="connsiteY0" fmla="*/ 1157288 h 1157288"/>
                <a:gd name="connsiteX1" fmla="*/ 666750 w 666750"/>
                <a:gd name="connsiteY1" fmla="*/ 0 h 1157288"/>
                <a:gd name="connsiteX2" fmla="*/ 666750 w 666750"/>
                <a:gd name="connsiteY2" fmla="*/ 1157288 h 1157288"/>
                <a:gd name="connsiteX3" fmla="*/ 0 w 666750"/>
                <a:gd name="connsiteY3" fmla="*/ 1157288 h 1157288"/>
                <a:gd name="connsiteX0" fmla="*/ 0 w 909637"/>
                <a:gd name="connsiteY0" fmla="*/ 1243013 h 1243013"/>
                <a:gd name="connsiteX1" fmla="*/ 909637 w 909637"/>
                <a:gd name="connsiteY1" fmla="*/ 0 h 1243013"/>
                <a:gd name="connsiteX2" fmla="*/ 666750 w 909637"/>
                <a:gd name="connsiteY2" fmla="*/ 1243013 h 1243013"/>
                <a:gd name="connsiteX3" fmla="*/ 0 w 909637"/>
                <a:gd name="connsiteY3" fmla="*/ 1243013 h 1243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637" h="1243013">
                  <a:moveTo>
                    <a:pt x="0" y="1243013"/>
                  </a:moveTo>
                  <a:lnTo>
                    <a:pt x="909637" y="0"/>
                  </a:lnTo>
                  <a:lnTo>
                    <a:pt x="666750" y="1243013"/>
                  </a:lnTo>
                  <a:lnTo>
                    <a:pt x="0" y="124301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手繪多邊形 17"/>
            <p:cNvSpPr/>
            <p:nvPr/>
          </p:nvSpPr>
          <p:spPr>
            <a:xfrm rot="1484434">
              <a:off x="3312758" y="3350681"/>
              <a:ext cx="1330089" cy="1062839"/>
            </a:xfrm>
            <a:custGeom>
              <a:avLst/>
              <a:gdLst>
                <a:gd name="connsiteX0" fmla="*/ 0 w 1330089"/>
                <a:gd name="connsiteY0" fmla="*/ 0 h 1062839"/>
                <a:gd name="connsiteX1" fmla="*/ 219158 w 1330089"/>
                <a:gd name="connsiteY1" fmla="*/ 9718 h 1062839"/>
                <a:gd name="connsiteX2" fmla="*/ 1330089 w 1330089"/>
                <a:gd name="connsiteY2" fmla="*/ 609327 h 1062839"/>
                <a:gd name="connsiteX3" fmla="*/ 922577 w 1330089"/>
                <a:gd name="connsiteY3" fmla="*/ 1042107 h 1062839"/>
                <a:gd name="connsiteX4" fmla="*/ 865455 w 1330089"/>
                <a:gd name="connsiteY4" fmla="*/ 1062839 h 1062839"/>
                <a:gd name="connsiteX5" fmla="*/ 655458 w 1330089"/>
                <a:gd name="connsiteY5" fmla="*/ 776702 h 1062839"/>
                <a:gd name="connsiteX6" fmla="*/ 711246 w 1330089"/>
                <a:gd name="connsiteY6" fmla="*/ 753562 h 1062839"/>
                <a:gd name="connsiteX7" fmla="*/ 903167 w 1330089"/>
                <a:gd name="connsiteY7" fmla="*/ 550615 h 1062839"/>
                <a:gd name="connsiteX8" fmla="*/ 110447 w 1330089"/>
                <a:gd name="connsiteY8" fmla="*/ 24573 h 10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0089" h="1062839">
                  <a:moveTo>
                    <a:pt x="0" y="0"/>
                  </a:moveTo>
                  <a:lnTo>
                    <a:pt x="219158" y="9718"/>
                  </a:lnTo>
                  <a:cubicBezTo>
                    <a:pt x="853165" y="66789"/>
                    <a:pt x="1330089" y="313558"/>
                    <a:pt x="1330089" y="609327"/>
                  </a:cubicBezTo>
                  <a:cubicBezTo>
                    <a:pt x="1330089" y="778338"/>
                    <a:pt x="1174359" y="931349"/>
                    <a:pt x="922577" y="1042107"/>
                  </a:cubicBezTo>
                  <a:lnTo>
                    <a:pt x="865455" y="1062839"/>
                  </a:lnTo>
                  <a:lnTo>
                    <a:pt x="655458" y="776702"/>
                  </a:lnTo>
                  <a:lnTo>
                    <a:pt x="711246" y="753562"/>
                  </a:lnTo>
                  <a:cubicBezTo>
                    <a:pt x="824954" y="699744"/>
                    <a:pt x="893927" y="631022"/>
                    <a:pt x="903167" y="550615"/>
                  </a:cubicBezTo>
                  <a:cubicBezTo>
                    <a:pt x="925344" y="357638"/>
                    <a:pt x="597157" y="152164"/>
                    <a:pt x="110447" y="2457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4446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自訂</PresentationFormat>
  <Paragraphs>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新細明體</vt:lpstr>
      <vt:lpstr>宋体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SCP Foundation Equestria Branch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Picsell Dois</dc:creator>
  <cp:lastModifiedBy>Picsell Dois</cp:lastModifiedBy>
  <cp:revision>27</cp:revision>
  <dcterms:created xsi:type="dcterms:W3CDTF">2026-05-07T13:58:53Z</dcterms:created>
  <dcterms:modified xsi:type="dcterms:W3CDTF">2026-05-07T14:52:07Z</dcterms:modified>
</cp:coreProperties>
</file>