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3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CN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13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078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918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38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909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7761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6705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85930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30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960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1283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CN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CN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9ED57-0885-4F54-AFEF-7E6A3CEC9A0E}" type="datetimeFigureOut">
              <a:rPr lang="zh-CN" altLang="en-US" smtClean="0"/>
              <a:t>2026/10/10</a:t>
            </a:fld>
            <a:endParaRPr lang="zh-CN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512A98-BBD2-4657-BA58-A4C65E7EDA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937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8500" y="571500"/>
            <a:ext cx="5715000" cy="5715000"/>
          </a:xfrm>
          <a:prstGeom prst="rect">
            <a:avLst/>
          </a:prstGeom>
        </p:spPr>
      </p:pic>
      <p:grpSp>
        <p:nvGrpSpPr>
          <p:cNvPr id="7" name="群組 6"/>
          <p:cNvGrpSpPr/>
          <p:nvPr/>
        </p:nvGrpSpPr>
        <p:grpSpPr>
          <a:xfrm>
            <a:off x="5747039" y="571500"/>
            <a:ext cx="697923" cy="5715000"/>
            <a:chOff x="5747039" y="571500"/>
            <a:chExt cx="697923" cy="5715000"/>
          </a:xfrm>
        </p:grpSpPr>
        <p:sp>
          <p:nvSpPr>
            <p:cNvPr id="5" name="等腰三角形 4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等腰三角形 5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群組 7"/>
          <p:cNvGrpSpPr/>
          <p:nvPr/>
        </p:nvGrpSpPr>
        <p:grpSpPr>
          <a:xfrm rot="1800000">
            <a:off x="5747039" y="571500"/>
            <a:ext cx="697923" cy="5715000"/>
            <a:chOff x="5747039" y="571500"/>
            <a:chExt cx="697923" cy="5715000"/>
          </a:xfrm>
        </p:grpSpPr>
        <p:sp>
          <p:nvSpPr>
            <p:cNvPr id="9" name="等腰三角形 8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群組 10"/>
          <p:cNvGrpSpPr/>
          <p:nvPr/>
        </p:nvGrpSpPr>
        <p:grpSpPr>
          <a:xfrm rot="3600000">
            <a:off x="5747038" y="571500"/>
            <a:ext cx="697923" cy="5715000"/>
            <a:chOff x="5747039" y="571500"/>
            <a:chExt cx="697923" cy="5715000"/>
          </a:xfrm>
        </p:grpSpPr>
        <p:sp>
          <p:nvSpPr>
            <p:cNvPr id="12" name="等腰三角形 11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等腰三角形 12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群組 13"/>
          <p:cNvGrpSpPr/>
          <p:nvPr/>
        </p:nvGrpSpPr>
        <p:grpSpPr>
          <a:xfrm rot="5400000">
            <a:off x="5747039" y="571500"/>
            <a:ext cx="697923" cy="5715000"/>
            <a:chOff x="5747039" y="571500"/>
            <a:chExt cx="697923" cy="5715000"/>
          </a:xfrm>
        </p:grpSpPr>
        <p:sp>
          <p:nvSpPr>
            <p:cNvPr id="15" name="等腰三角形 14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7" name="群組 16"/>
          <p:cNvGrpSpPr/>
          <p:nvPr/>
        </p:nvGrpSpPr>
        <p:grpSpPr>
          <a:xfrm rot="7200000">
            <a:off x="5747039" y="571500"/>
            <a:ext cx="697923" cy="5715000"/>
            <a:chOff x="5747039" y="571500"/>
            <a:chExt cx="697923" cy="5715000"/>
          </a:xfrm>
        </p:grpSpPr>
        <p:sp>
          <p:nvSpPr>
            <p:cNvPr id="18" name="等腰三角形 17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等腰三角形 18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群組 19"/>
          <p:cNvGrpSpPr/>
          <p:nvPr/>
        </p:nvGrpSpPr>
        <p:grpSpPr>
          <a:xfrm rot="9000000">
            <a:off x="5747039" y="571500"/>
            <a:ext cx="697923" cy="5715000"/>
            <a:chOff x="5747039" y="571500"/>
            <a:chExt cx="697923" cy="5715000"/>
          </a:xfrm>
        </p:grpSpPr>
        <p:sp>
          <p:nvSpPr>
            <p:cNvPr id="21" name="等腰三角形 20"/>
            <p:cNvSpPr/>
            <p:nvPr/>
          </p:nvSpPr>
          <p:spPr>
            <a:xfrm>
              <a:off x="5747039" y="571500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等腰三角形 21"/>
            <p:cNvSpPr/>
            <p:nvPr/>
          </p:nvSpPr>
          <p:spPr>
            <a:xfrm flipV="1">
              <a:off x="5747039" y="5005387"/>
              <a:ext cx="697923" cy="1281113"/>
            </a:xfrm>
            <a:prstGeom prst="triangl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" name="橢圓 22"/>
          <p:cNvSpPr/>
          <p:nvPr/>
        </p:nvSpPr>
        <p:spPr>
          <a:xfrm>
            <a:off x="4476000" y="1809000"/>
            <a:ext cx="3240000" cy="3240000"/>
          </a:xfrm>
          <a:prstGeom prst="ellipse">
            <a:avLst/>
          </a:prstGeom>
          <a:solidFill>
            <a:srgbClr val="0000AA">
              <a:alpha val="5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橢圓 23"/>
          <p:cNvSpPr/>
          <p:nvPr/>
        </p:nvSpPr>
        <p:spPr>
          <a:xfrm>
            <a:off x="4656000" y="1989000"/>
            <a:ext cx="2880000" cy="2880000"/>
          </a:xfrm>
          <a:prstGeom prst="ellipse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5421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群組 2"/>
          <p:cNvGrpSpPr/>
          <p:nvPr/>
        </p:nvGrpSpPr>
        <p:grpSpPr>
          <a:xfrm>
            <a:off x="3238500" y="571501"/>
            <a:ext cx="5715000" cy="5714999"/>
            <a:chOff x="3238500" y="571501"/>
            <a:chExt cx="5715000" cy="5714999"/>
          </a:xfrm>
        </p:grpSpPr>
        <p:sp>
          <p:nvSpPr>
            <p:cNvPr id="25" name="手繪多邊形 24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橢圓 25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2600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橢圓 7"/>
          <p:cNvSpPr/>
          <p:nvPr/>
        </p:nvSpPr>
        <p:spPr>
          <a:xfrm>
            <a:off x="3238500" y="571500"/>
            <a:ext cx="5715000" cy="5715000"/>
          </a:xfrm>
          <a:prstGeom prst="ellipse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" name="群組 4"/>
          <p:cNvGrpSpPr/>
          <p:nvPr/>
        </p:nvGrpSpPr>
        <p:grpSpPr>
          <a:xfrm>
            <a:off x="4216031" y="1549031"/>
            <a:ext cx="3759938" cy="3759938"/>
            <a:chOff x="3238500" y="571501"/>
            <a:chExt cx="5715000" cy="5714999"/>
          </a:xfrm>
        </p:grpSpPr>
        <p:sp>
          <p:nvSpPr>
            <p:cNvPr id="6" name="手繪多邊形 5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橢圓 6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12101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50490" y="0"/>
            <a:ext cx="10291019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50490" y="0"/>
            <a:ext cx="5148000" cy="34308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2225280" y="416190"/>
            <a:ext cx="2598419" cy="2598419"/>
            <a:chOff x="3238500" y="571501"/>
            <a:chExt cx="5715000" cy="5714999"/>
          </a:xfrm>
        </p:grpSpPr>
        <p:sp>
          <p:nvSpPr>
            <p:cNvPr id="9" name="手繪多邊形 8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49216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50490" y="0"/>
            <a:ext cx="10291019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" name="群組 3"/>
          <p:cNvGrpSpPr/>
          <p:nvPr/>
        </p:nvGrpSpPr>
        <p:grpSpPr>
          <a:xfrm>
            <a:off x="4471988" y="1804988"/>
            <a:ext cx="3248025" cy="3248025"/>
            <a:chOff x="3238500" y="571500"/>
            <a:chExt cx="5715000" cy="5715000"/>
          </a:xfrm>
        </p:grpSpPr>
        <p:sp>
          <p:nvSpPr>
            <p:cNvPr id="13" name="橢圓 12"/>
            <p:cNvSpPr/>
            <p:nvPr/>
          </p:nvSpPr>
          <p:spPr>
            <a:xfrm>
              <a:off x="3238500" y="571500"/>
              <a:ext cx="5715000" cy="5715000"/>
            </a:xfrm>
            <a:prstGeom prst="ellipse">
              <a:avLst/>
            </a:prstGeom>
            <a:solidFill>
              <a:srgbClr val="0000AA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群組 13"/>
            <p:cNvGrpSpPr/>
            <p:nvPr/>
          </p:nvGrpSpPr>
          <p:grpSpPr>
            <a:xfrm>
              <a:off x="4216031" y="1549031"/>
              <a:ext cx="3759938" cy="3759938"/>
              <a:chOff x="3238500" y="571501"/>
              <a:chExt cx="5715000" cy="5714999"/>
            </a:xfrm>
          </p:grpSpPr>
          <p:sp>
            <p:nvSpPr>
              <p:cNvPr id="15" name="手繪多邊形 14"/>
              <p:cNvSpPr/>
              <p:nvPr/>
            </p:nvSpPr>
            <p:spPr>
              <a:xfrm>
                <a:off x="3238500" y="571501"/>
                <a:ext cx="5715000" cy="5714999"/>
              </a:xfrm>
              <a:custGeom>
                <a:avLst/>
                <a:gdLst>
                  <a:gd name="connsiteX0" fmla="*/ 2509980 w 5715000"/>
                  <a:gd name="connsiteY0" fmla="*/ 4439178 h 5714999"/>
                  <a:gd name="connsiteX1" fmla="*/ 2531014 w 5715000"/>
                  <a:gd name="connsiteY1" fmla="*/ 4444587 h 5714999"/>
                  <a:gd name="connsiteX2" fmla="*/ 2857500 w 5715000"/>
                  <a:gd name="connsiteY2" fmla="*/ 4477499 h 5714999"/>
                  <a:gd name="connsiteX3" fmla="*/ 3183987 w 5715000"/>
                  <a:gd name="connsiteY3" fmla="*/ 4444587 h 5714999"/>
                  <a:gd name="connsiteX4" fmla="*/ 3205020 w 5715000"/>
                  <a:gd name="connsiteY4" fmla="*/ 4439178 h 5714999"/>
                  <a:gd name="connsiteX5" fmla="*/ 2857500 w 5715000"/>
                  <a:gd name="connsiteY5" fmla="*/ 5714999 h 5714999"/>
                  <a:gd name="connsiteX6" fmla="*/ 3948943 w 5715000"/>
                  <a:gd name="connsiteY6" fmla="*/ 4052155 h 5714999"/>
                  <a:gd name="connsiteX7" fmla="*/ 4286250 w 5715000"/>
                  <a:gd name="connsiteY7" fmla="*/ 5332167 h 5714999"/>
                  <a:gd name="connsiteX8" fmla="*/ 3347861 w 5715000"/>
                  <a:gd name="connsiteY8" fmla="*/ 4401512 h 5714999"/>
                  <a:gd name="connsiteX9" fmla="*/ 3488077 w 5715000"/>
                  <a:gd name="connsiteY9" fmla="*/ 4350192 h 5714999"/>
                  <a:gd name="connsiteX10" fmla="*/ 3887970 w 5715000"/>
                  <a:gd name="connsiteY10" fmla="*/ 4107570 h 5714999"/>
                  <a:gd name="connsiteX11" fmla="*/ 1766057 w 5715000"/>
                  <a:gd name="connsiteY11" fmla="*/ 4052154 h 5714999"/>
                  <a:gd name="connsiteX12" fmla="*/ 1827030 w 5715000"/>
                  <a:gd name="connsiteY12" fmla="*/ 4107570 h 5714999"/>
                  <a:gd name="connsiteX13" fmla="*/ 2226923 w 5715000"/>
                  <a:gd name="connsiteY13" fmla="*/ 4350192 h 5714999"/>
                  <a:gd name="connsiteX14" fmla="*/ 2367139 w 5715000"/>
                  <a:gd name="connsiteY14" fmla="*/ 4401511 h 5714999"/>
                  <a:gd name="connsiteX15" fmla="*/ 1428749 w 5715000"/>
                  <a:gd name="connsiteY15" fmla="*/ 5332167 h 5714999"/>
                  <a:gd name="connsiteX16" fmla="*/ 4401512 w 5715000"/>
                  <a:gd name="connsiteY16" fmla="*/ 3347860 h 5714999"/>
                  <a:gd name="connsiteX17" fmla="*/ 5332166 w 5715000"/>
                  <a:gd name="connsiteY17" fmla="*/ 4286249 h 5714999"/>
                  <a:gd name="connsiteX18" fmla="*/ 4052155 w 5715000"/>
                  <a:gd name="connsiteY18" fmla="*/ 3948942 h 5714999"/>
                  <a:gd name="connsiteX19" fmla="*/ 4107571 w 5715000"/>
                  <a:gd name="connsiteY19" fmla="*/ 3887970 h 5714999"/>
                  <a:gd name="connsiteX20" fmla="*/ 4350193 w 5715000"/>
                  <a:gd name="connsiteY20" fmla="*/ 3488076 h 5714999"/>
                  <a:gd name="connsiteX21" fmla="*/ 1313488 w 5715000"/>
                  <a:gd name="connsiteY21" fmla="*/ 3347859 h 5714999"/>
                  <a:gd name="connsiteX22" fmla="*/ 1364808 w 5715000"/>
                  <a:gd name="connsiteY22" fmla="*/ 3488076 h 5714999"/>
                  <a:gd name="connsiteX23" fmla="*/ 1607430 w 5715000"/>
                  <a:gd name="connsiteY23" fmla="*/ 3887970 h 5714999"/>
                  <a:gd name="connsiteX24" fmla="*/ 1662845 w 5715000"/>
                  <a:gd name="connsiteY24" fmla="*/ 3948941 h 5714999"/>
                  <a:gd name="connsiteX25" fmla="*/ 382831 w 5715000"/>
                  <a:gd name="connsiteY25" fmla="*/ 4286249 h 5714999"/>
                  <a:gd name="connsiteX26" fmla="*/ 4439179 w 5715000"/>
                  <a:gd name="connsiteY26" fmla="*/ 2509980 h 5714999"/>
                  <a:gd name="connsiteX27" fmla="*/ 5715000 w 5715000"/>
                  <a:gd name="connsiteY27" fmla="*/ 2857500 h 5714999"/>
                  <a:gd name="connsiteX28" fmla="*/ 4439179 w 5715000"/>
                  <a:gd name="connsiteY28" fmla="*/ 3205020 h 5714999"/>
                  <a:gd name="connsiteX29" fmla="*/ 4444588 w 5715000"/>
                  <a:gd name="connsiteY29" fmla="*/ 3183986 h 5714999"/>
                  <a:gd name="connsiteX30" fmla="*/ 4477500 w 5715000"/>
                  <a:gd name="connsiteY30" fmla="*/ 2857499 h 5714999"/>
                  <a:gd name="connsiteX31" fmla="*/ 4444588 w 5715000"/>
                  <a:gd name="connsiteY31" fmla="*/ 2531013 h 5714999"/>
                  <a:gd name="connsiteX32" fmla="*/ 1275821 w 5715000"/>
                  <a:gd name="connsiteY32" fmla="*/ 2509980 h 5714999"/>
                  <a:gd name="connsiteX33" fmla="*/ 1270413 w 5715000"/>
                  <a:gd name="connsiteY33" fmla="*/ 2531013 h 5714999"/>
                  <a:gd name="connsiteX34" fmla="*/ 1237500 w 5715000"/>
                  <a:gd name="connsiteY34" fmla="*/ 2857499 h 5714999"/>
                  <a:gd name="connsiteX35" fmla="*/ 1270413 w 5715000"/>
                  <a:gd name="connsiteY35" fmla="*/ 3183986 h 5714999"/>
                  <a:gd name="connsiteX36" fmla="*/ 1275821 w 5715000"/>
                  <a:gd name="connsiteY36" fmla="*/ 3205020 h 5714999"/>
                  <a:gd name="connsiteX37" fmla="*/ 0 w 5715000"/>
                  <a:gd name="connsiteY37" fmla="*/ 2857500 h 5714999"/>
                  <a:gd name="connsiteX38" fmla="*/ 5332166 w 5715000"/>
                  <a:gd name="connsiteY38" fmla="*/ 1428750 h 5714999"/>
                  <a:gd name="connsiteX39" fmla="*/ 4401512 w 5715000"/>
                  <a:gd name="connsiteY39" fmla="*/ 2367137 h 5714999"/>
                  <a:gd name="connsiteX40" fmla="*/ 4350193 w 5715000"/>
                  <a:gd name="connsiteY40" fmla="*/ 2226922 h 5714999"/>
                  <a:gd name="connsiteX41" fmla="*/ 4107571 w 5715000"/>
                  <a:gd name="connsiteY41" fmla="*/ 1827029 h 5714999"/>
                  <a:gd name="connsiteX42" fmla="*/ 4052155 w 5715000"/>
                  <a:gd name="connsiteY42" fmla="*/ 1766056 h 5714999"/>
                  <a:gd name="connsiteX43" fmla="*/ 382832 w 5715000"/>
                  <a:gd name="connsiteY43" fmla="*/ 1428750 h 5714999"/>
                  <a:gd name="connsiteX44" fmla="*/ 1662845 w 5715000"/>
                  <a:gd name="connsiteY44" fmla="*/ 1766057 h 5714999"/>
                  <a:gd name="connsiteX45" fmla="*/ 1607430 w 5715000"/>
                  <a:gd name="connsiteY45" fmla="*/ 1827029 h 5714999"/>
                  <a:gd name="connsiteX46" fmla="*/ 1364808 w 5715000"/>
                  <a:gd name="connsiteY46" fmla="*/ 2226922 h 5714999"/>
                  <a:gd name="connsiteX47" fmla="*/ 1313488 w 5715000"/>
                  <a:gd name="connsiteY47" fmla="*/ 2367139 h 5714999"/>
                  <a:gd name="connsiteX48" fmla="*/ 4286250 w 5715000"/>
                  <a:gd name="connsiteY48" fmla="*/ 382832 h 5714999"/>
                  <a:gd name="connsiteX49" fmla="*/ 3948943 w 5715000"/>
                  <a:gd name="connsiteY49" fmla="*/ 1662844 h 5714999"/>
                  <a:gd name="connsiteX50" fmla="*/ 3887970 w 5715000"/>
                  <a:gd name="connsiteY50" fmla="*/ 1607429 h 5714999"/>
                  <a:gd name="connsiteX51" fmla="*/ 3488077 w 5715000"/>
                  <a:gd name="connsiteY51" fmla="*/ 1364807 h 5714999"/>
                  <a:gd name="connsiteX52" fmla="*/ 3347861 w 5715000"/>
                  <a:gd name="connsiteY52" fmla="*/ 1313487 h 5714999"/>
                  <a:gd name="connsiteX53" fmla="*/ 1428749 w 5715000"/>
                  <a:gd name="connsiteY53" fmla="*/ 382832 h 5714999"/>
                  <a:gd name="connsiteX54" fmla="*/ 2367139 w 5715000"/>
                  <a:gd name="connsiteY54" fmla="*/ 1313487 h 5714999"/>
                  <a:gd name="connsiteX55" fmla="*/ 2226923 w 5715000"/>
                  <a:gd name="connsiteY55" fmla="*/ 1364807 h 5714999"/>
                  <a:gd name="connsiteX56" fmla="*/ 1827030 w 5715000"/>
                  <a:gd name="connsiteY56" fmla="*/ 1607429 h 5714999"/>
                  <a:gd name="connsiteX57" fmla="*/ 1766057 w 5715000"/>
                  <a:gd name="connsiteY57" fmla="*/ 1662845 h 5714999"/>
                  <a:gd name="connsiteX58" fmla="*/ 2857500 w 5715000"/>
                  <a:gd name="connsiteY58" fmla="*/ 0 h 5714999"/>
                  <a:gd name="connsiteX59" fmla="*/ 3205019 w 5715000"/>
                  <a:gd name="connsiteY59" fmla="*/ 1275820 h 5714999"/>
                  <a:gd name="connsiteX60" fmla="*/ 3183987 w 5715000"/>
                  <a:gd name="connsiteY60" fmla="*/ 1270412 h 5714999"/>
                  <a:gd name="connsiteX61" fmla="*/ 2857500 w 5715000"/>
                  <a:gd name="connsiteY61" fmla="*/ 1237499 h 5714999"/>
                  <a:gd name="connsiteX62" fmla="*/ 2531014 w 5715000"/>
                  <a:gd name="connsiteY62" fmla="*/ 1270412 h 5714999"/>
                  <a:gd name="connsiteX63" fmla="*/ 2509980 w 5715000"/>
                  <a:gd name="connsiteY63" fmla="*/ 1275820 h 57149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</a:cxnLst>
                <a:rect l="l" t="t" r="r" b="b"/>
                <a:pathLst>
                  <a:path w="5715000" h="5714999">
                    <a:moveTo>
                      <a:pt x="2509980" y="4439178"/>
                    </a:moveTo>
                    <a:lnTo>
                      <a:pt x="2531014" y="4444587"/>
                    </a:lnTo>
                    <a:cubicBezTo>
                      <a:pt x="2636472" y="4466166"/>
                      <a:pt x="2745663" y="4477499"/>
                      <a:pt x="2857500" y="4477499"/>
                    </a:cubicBezTo>
                    <a:cubicBezTo>
                      <a:pt x="2969338" y="4477499"/>
                      <a:pt x="3078529" y="4466166"/>
                      <a:pt x="3183987" y="4444587"/>
                    </a:cubicBezTo>
                    <a:lnTo>
                      <a:pt x="3205020" y="4439178"/>
                    </a:lnTo>
                    <a:lnTo>
                      <a:pt x="2857500" y="5714999"/>
                    </a:lnTo>
                    <a:close/>
                    <a:moveTo>
                      <a:pt x="3948943" y="4052155"/>
                    </a:moveTo>
                    <a:lnTo>
                      <a:pt x="4286250" y="5332167"/>
                    </a:lnTo>
                    <a:lnTo>
                      <a:pt x="3347861" y="4401512"/>
                    </a:lnTo>
                    <a:lnTo>
                      <a:pt x="3488077" y="4350192"/>
                    </a:lnTo>
                    <a:cubicBezTo>
                      <a:pt x="3633438" y="4288709"/>
                      <a:pt x="3767957" y="4206614"/>
                      <a:pt x="3887970" y="4107570"/>
                    </a:cubicBezTo>
                    <a:close/>
                    <a:moveTo>
                      <a:pt x="1766057" y="4052154"/>
                    </a:moveTo>
                    <a:lnTo>
                      <a:pt x="1827030" y="4107570"/>
                    </a:lnTo>
                    <a:cubicBezTo>
                      <a:pt x="1947044" y="4206614"/>
                      <a:pt x="2081563" y="4288709"/>
                      <a:pt x="2226923" y="4350192"/>
                    </a:cubicBezTo>
                    <a:lnTo>
                      <a:pt x="2367139" y="4401511"/>
                    </a:lnTo>
                    <a:lnTo>
                      <a:pt x="1428749" y="5332167"/>
                    </a:lnTo>
                    <a:close/>
                    <a:moveTo>
                      <a:pt x="4401512" y="3347860"/>
                    </a:moveTo>
                    <a:lnTo>
                      <a:pt x="5332166" y="4286249"/>
                    </a:lnTo>
                    <a:lnTo>
                      <a:pt x="4052155" y="3948942"/>
                    </a:lnTo>
                    <a:lnTo>
                      <a:pt x="4107571" y="3887970"/>
                    </a:lnTo>
                    <a:cubicBezTo>
                      <a:pt x="4206615" y="3767956"/>
                      <a:pt x="4288710" y="3633437"/>
                      <a:pt x="4350193" y="3488076"/>
                    </a:cubicBezTo>
                    <a:close/>
                    <a:moveTo>
                      <a:pt x="1313488" y="3347859"/>
                    </a:moveTo>
                    <a:lnTo>
                      <a:pt x="1364808" y="3488076"/>
                    </a:lnTo>
                    <a:cubicBezTo>
                      <a:pt x="1426290" y="3633437"/>
                      <a:pt x="1508386" y="3767956"/>
                      <a:pt x="1607430" y="3887970"/>
                    </a:cubicBezTo>
                    <a:lnTo>
                      <a:pt x="1662845" y="3948941"/>
                    </a:lnTo>
                    <a:lnTo>
                      <a:pt x="382831" y="4286249"/>
                    </a:lnTo>
                    <a:close/>
                    <a:moveTo>
                      <a:pt x="4439179" y="2509980"/>
                    </a:moveTo>
                    <a:lnTo>
                      <a:pt x="5715000" y="2857500"/>
                    </a:lnTo>
                    <a:lnTo>
                      <a:pt x="4439179" y="3205020"/>
                    </a:lnTo>
                    <a:lnTo>
                      <a:pt x="4444588" y="3183986"/>
                    </a:lnTo>
                    <a:cubicBezTo>
                      <a:pt x="4466167" y="3078527"/>
                      <a:pt x="4477500" y="2969337"/>
                      <a:pt x="4477500" y="2857499"/>
                    </a:cubicBezTo>
                    <a:cubicBezTo>
                      <a:pt x="4477500" y="2745662"/>
                      <a:pt x="4466167" y="2636471"/>
                      <a:pt x="4444588" y="2531013"/>
                    </a:cubicBezTo>
                    <a:close/>
                    <a:moveTo>
                      <a:pt x="1275821" y="2509980"/>
                    </a:moveTo>
                    <a:lnTo>
                      <a:pt x="1270413" y="2531013"/>
                    </a:lnTo>
                    <a:cubicBezTo>
                      <a:pt x="1248833" y="2636471"/>
                      <a:pt x="1237500" y="2745662"/>
                      <a:pt x="1237500" y="2857499"/>
                    </a:cubicBezTo>
                    <a:cubicBezTo>
                      <a:pt x="1237500" y="2969337"/>
                      <a:pt x="1248833" y="3078527"/>
                      <a:pt x="1270413" y="3183986"/>
                    </a:cubicBezTo>
                    <a:lnTo>
                      <a:pt x="1275821" y="3205020"/>
                    </a:lnTo>
                    <a:lnTo>
                      <a:pt x="0" y="2857500"/>
                    </a:lnTo>
                    <a:close/>
                    <a:moveTo>
                      <a:pt x="5332166" y="1428750"/>
                    </a:moveTo>
                    <a:lnTo>
                      <a:pt x="4401512" y="2367137"/>
                    </a:lnTo>
                    <a:lnTo>
                      <a:pt x="4350193" y="2226922"/>
                    </a:lnTo>
                    <a:cubicBezTo>
                      <a:pt x="4288710" y="2081562"/>
                      <a:pt x="4206615" y="1947042"/>
                      <a:pt x="4107571" y="1827029"/>
                    </a:cubicBezTo>
                    <a:lnTo>
                      <a:pt x="4052155" y="1766056"/>
                    </a:lnTo>
                    <a:close/>
                    <a:moveTo>
                      <a:pt x="382832" y="1428750"/>
                    </a:moveTo>
                    <a:lnTo>
                      <a:pt x="1662845" y="1766057"/>
                    </a:lnTo>
                    <a:lnTo>
                      <a:pt x="1607430" y="1827029"/>
                    </a:lnTo>
                    <a:cubicBezTo>
                      <a:pt x="1508386" y="1947042"/>
                      <a:pt x="1426290" y="2081562"/>
                      <a:pt x="1364808" y="2226922"/>
                    </a:cubicBezTo>
                    <a:lnTo>
                      <a:pt x="1313488" y="2367139"/>
                    </a:lnTo>
                    <a:close/>
                    <a:moveTo>
                      <a:pt x="4286250" y="382832"/>
                    </a:moveTo>
                    <a:lnTo>
                      <a:pt x="3948943" y="1662844"/>
                    </a:lnTo>
                    <a:lnTo>
                      <a:pt x="3887970" y="1607429"/>
                    </a:lnTo>
                    <a:cubicBezTo>
                      <a:pt x="3767957" y="1508385"/>
                      <a:pt x="3633438" y="1426289"/>
                      <a:pt x="3488077" y="1364807"/>
                    </a:cubicBezTo>
                    <a:lnTo>
                      <a:pt x="3347861" y="1313487"/>
                    </a:lnTo>
                    <a:close/>
                    <a:moveTo>
                      <a:pt x="1428749" y="382832"/>
                    </a:moveTo>
                    <a:lnTo>
                      <a:pt x="2367139" y="1313487"/>
                    </a:lnTo>
                    <a:lnTo>
                      <a:pt x="2226923" y="1364807"/>
                    </a:lnTo>
                    <a:cubicBezTo>
                      <a:pt x="2081563" y="1426289"/>
                      <a:pt x="1947044" y="1508385"/>
                      <a:pt x="1827030" y="1607429"/>
                    </a:cubicBezTo>
                    <a:lnTo>
                      <a:pt x="1766057" y="1662845"/>
                    </a:lnTo>
                    <a:close/>
                    <a:moveTo>
                      <a:pt x="2857500" y="0"/>
                    </a:moveTo>
                    <a:lnTo>
                      <a:pt x="3205019" y="1275820"/>
                    </a:lnTo>
                    <a:lnTo>
                      <a:pt x="3183987" y="1270412"/>
                    </a:lnTo>
                    <a:cubicBezTo>
                      <a:pt x="3078529" y="1248832"/>
                      <a:pt x="2969338" y="1237499"/>
                      <a:pt x="2857500" y="1237499"/>
                    </a:cubicBezTo>
                    <a:cubicBezTo>
                      <a:pt x="2745663" y="1237499"/>
                      <a:pt x="2636472" y="1248832"/>
                      <a:pt x="2531014" y="1270412"/>
                    </a:cubicBezTo>
                    <a:lnTo>
                      <a:pt x="2509980" y="1275820"/>
                    </a:lnTo>
                    <a:close/>
                  </a:path>
                </a:pathLst>
              </a:cu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橢圓 15"/>
              <p:cNvSpPr/>
              <p:nvPr/>
            </p:nvSpPr>
            <p:spPr>
              <a:xfrm>
                <a:off x="4656000" y="1989000"/>
                <a:ext cx="2880000" cy="2880000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28" name="群組 27"/>
          <p:cNvGrpSpPr/>
          <p:nvPr/>
        </p:nvGrpSpPr>
        <p:grpSpPr>
          <a:xfrm>
            <a:off x="5582475" y="534658"/>
            <a:ext cx="1027051" cy="5788684"/>
            <a:chOff x="5582475" y="534658"/>
            <a:chExt cx="1027051" cy="5788684"/>
          </a:xfrm>
        </p:grpSpPr>
        <p:sp>
          <p:nvSpPr>
            <p:cNvPr id="17" name="五角星形 16"/>
            <p:cNvSpPr/>
            <p:nvPr/>
          </p:nvSpPr>
          <p:spPr>
            <a:xfrm>
              <a:off x="5582475" y="5296291"/>
              <a:ext cx="1027051" cy="1027051"/>
            </a:xfrm>
            <a:prstGeom prst="star5">
              <a:avLst/>
            </a:prstGeom>
            <a:solidFill>
              <a:srgbClr val="FFC000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五角星形 17"/>
            <p:cNvSpPr/>
            <p:nvPr/>
          </p:nvSpPr>
          <p:spPr>
            <a:xfrm flipV="1">
              <a:off x="5582475" y="534658"/>
              <a:ext cx="1027051" cy="1027051"/>
            </a:xfrm>
            <a:prstGeom prst="star5">
              <a:avLst/>
            </a:prstGeom>
            <a:solidFill>
              <a:srgbClr val="FFC000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群組 28"/>
          <p:cNvGrpSpPr/>
          <p:nvPr/>
        </p:nvGrpSpPr>
        <p:grpSpPr>
          <a:xfrm rot="2700000">
            <a:off x="5582475" y="534658"/>
            <a:ext cx="1027051" cy="5788684"/>
            <a:chOff x="5582475" y="534658"/>
            <a:chExt cx="1027051" cy="5788684"/>
          </a:xfrm>
        </p:grpSpPr>
        <p:sp>
          <p:nvSpPr>
            <p:cNvPr id="30" name="五角星形 29"/>
            <p:cNvSpPr/>
            <p:nvPr/>
          </p:nvSpPr>
          <p:spPr>
            <a:xfrm>
              <a:off x="5582475" y="5296291"/>
              <a:ext cx="1027051" cy="1027051"/>
            </a:xfrm>
            <a:prstGeom prst="star5">
              <a:avLst/>
            </a:prstGeom>
            <a:solidFill>
              <a:srgbClr val="FFC000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五角星形 30"/>
            <p:cNvSpPr/>
            <p:nvPr/>
          </p:nvSpPr>
          <p:spPr>
            <a:xfrm flipV="1">
              <a:off x="5582475" y="534658"/>
              <a:ext cx="1027051" cy="1027051"/>
            </a:xfrm>
            <a:prstGeom prst="star5">
              <a:avLst/>
            </a:prstGeom>
            <a:solidFill>
              <a:srgbClr val="FFC000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2" name="群組 31"/>
          <p:cNvGrpSpPr/>
          <p:nvPr/>
        </p:nvGrpSpPr>
        <p:grpSpPr>
          <a:xfrm rot="5400000">
            <a:off x="5582475" y="534658"/>
            <a:ext cx="1027051" cy="5788684"/>
            <a:chOff x="5582475" y="534658"/>
            <a:chExt cx="1027051" cy="5788684"/>
          </a:xfrm>
        </p:grpSpPr>
        <p:sp>
          <p:nvSpPr>
            <p:cNvPr id="33" name="五角星形 32"/>
            <p:cNvSpPr/>
            <p:nvPr/>
          </p:nvSpPr>
          <p:spPr>
            <a:xfrm>
              <a:off x="5582475" y="5296291"/>
              <a:ext cx="1027051" cy="1027051"/>
            </a:xfrm>
            <a:prstGeom prst="star5">
              <a:avLst/>
            </a:prstGeom>
            <a:solidFill>
              <a:srgbClr val="FFC000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五角星形 33"/>
            <p:cNvSpPr/>
            <p:nvPr/>
          </p:nvSpPr>
          <p:spPr>
            <a:xfrm flipV="1">
              <a:off x="5582475" y="534658"/>
              <a:ext cx="1027051" cy="1027051"/>
            </a:xfrm>
            <a:prstGeom prst="star5">
              <a:avLst/>
            </a:prstGeom>
            <a:solidFill>
              <a:srgbClr val="FFC000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5" name="群組 34"/>
          <p:cNvGrpSpPr/>
          <p:nvPr/>
        </p:nvGrpSpPr>
        <p:grpSpPr>
          <a:xfrm rot="8100000">
            <a:off x="5582475" y="534658"/>
            <a:ext cx="1027051" cy="5788684"/>
            <a:chOff x="5582475" y="534658"/>
            <a:chExt cx="1027051" cy="5788684"/>
          </a:xfrm>
        </p:grpSpPr>
        <p:sp>
          <p:nvSpPr>
            <p:cNvPr id="36" name="五角星形 35"/>
            <p:cNvSpPr/>
            <p:nvPr/>
          </p:nvSpPr>
          <p:spPr>
            <a:xfrm>
              <a:off x="5582475" y="5296291"/>
              <a:ext cx="1027051" cy="1027051"/>
            </a:xfrm>
            <a:prstGeom prst="star5">
              <a:avLst/>
            </a:prstGeom>
            <a:solidFill>
              <a:srgbClr val="FFC000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五角星形 36"/>
            <p:cNvSpPr/>
            <p:nvPr/>
          </p:nvSpPr>
          <p:spPr>
            <a:xfrm flipV="1">
              <a:off x="5582475" y="534658"/>
              <a:ext cx="1027051" cy="1027051"/>
            </a:xfrm>
            <a:prstGeom prst="star5">
              <a:avLst/>
            </a:prstGeom>
            <a:solidFill>
              <a:srgbClr val="FFC000"/>
            </a:solidFill>
            <a:ln w="508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991283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950490" y="0"/>
            <a:ext cx="10291019" cy="6858000"/>
          </a:xfrm>
          <a:prstGeom prst="rect">
            <a:avLst/>
          </a:prstGeom>
          <a:solidFill>
            <a:srgbClr val="FE0000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50490" y="0"/>
            <a:ext cx="5148000" cy="3430800"/>
          </a:xfrm>
          <a:prstGeom prst="rect">
            <a:avLst/>
          </a:prstGeom>
          <a:solidFill>
            <a:srgbClr val="0000AA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" name="群組 7"/>
          <p:cNvGrpSpPr/>
          <p:nvPr/>
        </p:nvGrpSpPr>
        <p:grpSpPr>
          <a:xfrm>
            <a:off x="2225280" y="416190"/>
            <a:ext cx="2598419" cy="2598419"/>
            <a:chOff x="3238500" y="571501"/>
            <a:chExt cx="5715000" cy="5714999"/>
          </a:xfrm>
        </p:grpSpPr>
        <p:sp>
          <p:nvSpPr>
            <p:cNvPr id="9" name="手繪多邊形 8"/>
            <p:cNvSpPr/>
            <p:nvPr/>
          </p:nvSpPr>
          <p:spPr>
            <a:xfrm>
              <a:off x="3238500" y="571501"/>
              <a:ext cx="5715000" cy="5714999"/>
            </a:xfrm>
            <a:custGeom>
              <a:avLst/>
              <a:gdLst>
                <a:gd name="connsiteX0" fmla="*/ 2509980 w 5715000"/>
                <a:gd name="connsiteY0" fmla="*/ 4439178 h 5714999"/>
                <a:gd name="connsiteX1" fmla="*/ 2531014 w 5715000"/>
                <a:gd name="connsiteY1" fmla="*/ 4444587 h 5714999"/>
                <a:gd name="connsiteX2" fmla="*/ 2857500 w 5715000"/>
                <a:gd name="connsiteY2" fmla="*/ 4477499 h 5714999"/>
                <a:gd name="connsiteX3" fmla="*/ 3183987 w 5715000"/>
                <a:gd name="connsiteY3" fmla="*/ 4444587 h 5714999"/>
                <a:gd name="connsiteX4" fmla="*/ 3205020 w 5715000"/>
                <a:gd name="connsiteY4" fmla="*/ 4439178 h 5714999"/>
                <a:gd name="connsiteX5" fmla="*/ 2857500 w 5715000"/>
                <a:gd name="connsiteY5" fmla="*/ 5714999 h 5714999"/>
                <a:gd name="connsiteX6" fmla="*/ 3948943 w 5715000"/>
                <a:gd name="connsiteY6" fmla="*/ 4052155 h 5714999"/>
                <a:gd name="connsiteX7" fmla="*/ 4286250 w 5715000"/>
                <a:gd name="connsiteY7" fmla="*/ 5332167 h 5714999"/>
                <a:gd name="connsiteX8" fmla="*/ 3347861 w 5715000"/>
                <a:gd name="connsiteY8" fmla="*/ 4401512 h 5714999"/>
                <a:gd name="connsiteX9" fmla="*/ 3488077 w 5715000"/>
                <a:gd name="connsiteY9" fmla="*/ 4350192 h 5714999"/>
                <a:gd name="connsiteX10" fmla="*/ 3887970 w 5715000"/>
                <a:gd name="connsiteY10" fmla="*/ 4107570 h 5714999"/>
                <a:gd name="connsiteX11" fmla="*/ 1766057 w 5715000"/>
                <a:gd name="connsiteY11" fmla="*/ 4052154 h 5714999"/>
                <a:gd name="connsiteX12" fmla="*/ 1827030 w 5715000"/>
                <a:gd name="connsiteY12" fmla="*/ 4107570 h 5714999"/>
                <a:gd name="connsiteX13" fmla="*/ 2226923 w 5715000"/>
                <a:gd name="connsiteY13" fmla="*/ 4350192 h 5714999"/>
                <a:gd name="connsiteX14" fmla="*/ 2367139 w 5715000"/>
                <a:gd name="connsiteY14" fmla="*/ 4401511 h 5714999"/>
                <a:gd name="connsiteX15" fmla="*/ 1428749 w 5715000"/>
                <a:gd name="connsiteY15" fmla="*/ 5332167 h 5714999"/>
                <a:gd name="connsiteX16" fmla="*/ 4401512 w 5715000"/>
                <a:gd name="connsiteY16" fmla="*/ 3347860 h 5714999"/>
                <a:gd name="connsiteX17" fmla="*/ 5332166 w 5715000"/>
                <a:gd name="connsiteY17" fmla="*/ 4286249 h 5714999"/>
                <a:gd name="connsiteX18" fmla="*/ 4052155 w 5715000"/>
                <a:gd name="connsiteY18" fmla="*/ 3948942 h 5714999"/>
                <a:gd name="connsiteX19" fmla="*/ 4107571 w 5715000"/>
                <a:gd name="connsiteY19" fmla="*/ 3887970 h 5714999"/>
                <a:gd name="connsiteX20" fmla="*/ 4350193 w 5715000"/>
                <a:gd name="connsiteY20" fmla="*/ 3488076 h 5714999"/>
                <a:gd name="connsiteX21" fmla="*/ 1313488 w 5715000"/>
                <a:gd name="connsiteY21" fmla="*/ 3347859 h 5714999"/>
                <a:gd name="connsiteX22" fmla="*/ 1364808 w 5715000"/>
                <a:gd name="connsiteY22" fmla="*/ 3488076 h 5714999"/>
                <a:gd name="connsiteX23" fmla="*/ 1607430 w 5715000"/>
                <a:gd name="connsiteY23" fmla="*/ 3887970 h 5714999"/>
                <a:gd name="connsiteX24" fmla="*/ 1662845 w 5715000"/>
                <a:gd name="connsiteY24" fmla="*/ 3948941 h 5714999"/>
                <a:gd name="connsiteX25" fmla="*/ 382831 w 5715000"/>
                <a:gd name="connsiteY25" fmla="*/ 4286249 h 5714999"/>
                <a:gd name="connsiteX26" fmla="*/ 4439179 w 5715000"/>
                <a:gd name="connsiteY26" fmla="*/ 2509980 h 5714999"/>
                <a:gd name="connsiteX27" fmla="*/ 5715000 w 5715000"/>
                <a:gd name="connsiteY27" fmla="*/ 2857500 h 5714999"/>
                <a:gd name="connsiteX28" fmla="*/ 4439179 w 5715000"/>
                <a:gd name="connsiteY28" fmla="*/ 3205020 h 5714999"/>
                <a:gd name="connsiteX29" fmla="*/ 4444588 w 5715000"/>
                <a:gd name="connsiteY29" fmla="*/ 3183986 h 5714999"/>
                <a:gd name="connsiteX30" fmla="*/ 4477500 w 5715000"/>
                <a:gd name="connsiteY30" fmla="*/ 2857499 h 5714999"/>
                <a:gd name="connsiteX31" fmla="*/ 4444588 w 5715000"/>
                <a:gd name="connsiteY31" fmla="*/ 2531013 h 5714999"/>
                <a:gd name="connsiteX32" fmla="*/ 1275821 w 5715000"/>
                <a:gd name="connsiteY32" fmla="*/ 2509980 h 5714999"/>
                <a:gd name="connsiteX33" fmla="*/ 1270413 w 5715000"/>
                <a:gd name="connsiteY33" fmla="*/ 2531013 h 5714999"/>
                <a:gd name="connsiteX34" fmla="*/ 1237500 w 5715000"/>
                <a:gd name="connsiteY34" fmla="*/ 2857499 h 5714999"/>
                <a:gd name="connsiteX35" fmla="*/ 1270413 w 5715000"/>
                <a:gd name="connsiteY35" fmla="*/ 3183986 h 5714999"/>
                <a:gd name="connsiteX36" fmla="*/ 1275821 w 5715000"/>
                <a:gd name="connsiteY36" fmla="*/ 3205020 h 5714999"/>
                <a:gd name="connsiteX37" fmla="*/ 0 w 5715000"/>
                <a:gd name="connsiteY37" fmla="*/ 2857500 h 5714999"/>
                <a:gd name="connsiteX38" fmla="*/ 5332166 w 5715000"/>
                <a:gd name="connsiteY38" fmla="*/ 1428750 h 5714999"/>
                <a:gd name="connsiteX39" fmla="*/ 4401512 w 5715000"/>
                <a:gd name="connsiteY39" fmla="*/ 2367137 h 5714999"/>
                <a:gd name="connsiteX40" fmla="*/ 4350193 w 5715000"/>
                <a:gd name="connsiteY40" fmla="*/ 2226922 h 5714999"/>
                <a:gd name="connsiteX41" fmla="*/ 4107571 w 5715000"/>
                <a:gd name="connsiteY41" fmla="*/ 1827029 h 5714999"/>
                <a:gd name="connsiteX42" fmla="*/ 4052155 w 5715000"/>
                <a:gd name="connsiteY42" fmla="*/ 1766056 h 5714999"/>
                <a:gd name="connsiteX43" fmla="*/ 382832 w 5715000"/>
                <a:gd name="connsiteY43" fmla="*/ 1428750 h 5714999"/>
                <a:gd name="connsiteX44" fmla="*/ 1662845 w 5715000"/>
                <a:gd name="connsiteY44" fmla="*/ 1766057 h 5714999"/>
                <a:gd name="connsiteX45" fmla="*/ 1607430 w 5715000"/>
                <a:gd name="connsiteY45" fmla="*/ 1827029 h 5714999"/>
                <a:gd name="connsiteX46" fmla="*/ 1364808 w 5715000"/>
                <a:gd name="connsiteY46" fmla="*/ 2226922 h 5714999"/>
                <a:gd name="connsiteX47" fmla="*/ 1313488 w 5715000"/>
                <a:gd name="connsiteY47" fmla="*/ 2367139 h 5714999"/>
                <a:gd name="connsiteX48" fmla="*/ 4286250 w 5715000"/>
                <a:gd name="connsiteY48" fmla="*/ 382832 h 5714999"/>
                <a:gd name="connsiteX49" fmla="*/ 3948943 w 5715000"/>
                <a:gd name="connsiteY49" fmla="*/ 1662844 h 5714999"/>
                <a:gd name="connsiteX50" fmla="*/ 3887970 w 5715000"/>
                <a:gd name="connsiteY50" fmla="*/ 1607429 h 5714999"/>
                <a:gd name="connsiteX51" fmla="*/ 3488077 w 5715000"/>
                <a:gd name="connsiteY51" fmla="*/ 1364807 h 5714999"/>
                <a:gd name="connsiteX52" fmla="*/ 3347861 w 5715000"/>
                <a:gd name="connsiteY52" fmla="*/ 1313487 h 5714999"/>
                <a:gd name="connsiteX53" fmla="*/ 1428749 w 5715000"/>
                <a:gd name="connsiteY53" fmla="*/ 382832 h 5714999"/>
                <a:gd name="connsiteX54" fmla="*/ 2367139 w 5715000"/>
                <a:gd name="connsiteY54" fmla="*/ 1313487 h 5714999"/>
                <a:gd name="connsiteX55" fmla="*/ 2226923 w 5715000"/>
                <a:gd name="connsiteY55" fmla="*/ 1364807 h 5714999"/>
                <a:gd name="connsiteX56" fmla="*/ 1827030 w 5715000"/>
                <a:gd name="connsiteY56" fmla="*/ 1607429 h 5714999"/>
                <a:gd name="connsiteX57" fmla="*/ 1766057 w 5715000"/>
                <a:gd name="connsiteY57" fmla="*/ 1662845 h 5714999"/>
                <a:gd name="connsiteX58" fmla="*/ 2857500 w 5715000"/>
                <a:gd name="connsiteY58" fmla="*/ 0 h 5714999"/>
                <a:gd name="connsiteX59" fmla="*/ 3205019 w 5715000"/>
                <a:gd name="connsiteY59" fmla="*/ 1275820 h 5714999"/>
                <a:gd name="connsiteX60" fmla="*/ 3183987 w 5715000"/>
                <a:gd name="connsiteY60" fmla="*/ 1270412 h 5714999"/>
                <a:gd name="connsiteX61" fmla="*/ 2857500 w 5715000"/>
                <a:gd name="connsiteY61" fmla="*/ 1237499 h 5714999"/>
                <a:gd name="connsiteX62" fmla="*/ 2531014 w 5715000"/>
                <a:gd name="connsiteY62" fmla="*/ 1270412 h 5714999"/>
                <a:gd name="connsiteX63" fmla="*/ 2509980 w 5715000"/>
                <a:gd name="connsiteY63" fmla="*/ 1275820 h 5714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5715000" h="5714999">
                  <a:moveTo>
                    <a:pt x="2509980" y="4439178"/>
                  </a:moveTo>
                  <a:lnTo>
                    <a:pt x="2531014" y="4444587"/>
                  </a:lnTo>
                  <a:cubicBezTo>
                    <a:pt x="2636472" y="4466166"/>
                    <a:pt x="2745663" y="4477499"/>
                    <a:pt x="2857500" y="4477499"/>
                  </a:cubicBezTo>
                  <a:cubicBezTo>
                    <a:pt x="2969338" y="4477499"/>
                    <a:pt x="3078529" y="4466166"/>
                    <a:pt x="3183987" y="4444587"/>
                  </a:cubicBezTo>
                  <a:lnTo>
                    <a:pt x="3205020" y="4439178"/>
                  </a:lnTo>
                  <a:lnTo>
                    <a:pt x="2857500" y="5714999"/>
                  </a:lnTo>
                  <a:close/>
                  <a:moveTo>
                    <a:pt x="3948943" y="4052155"/>
                  </a:moveTo>
                  <a:lnTo>
                    <a:pt x="4286250" y="5332167"/>
                  </a:lnTo>
                  <a:lnTo>
                    <a:pt x="3347861" y="4401512"/>
                  </a:lnTo>
                  <a:lnTo>
                    <a:pt x="3488077" y="4350192"/>
                  </a:lnTo>
                  <a:cubicBezTo>
                    <a:pt x="3633438" y="4288709"/>
                    <a:pt x="3767957" y="4206614"/>
                    <a:pt x="3887970" y="4107570"/>
                  </a:cubicBezTo>
                  <a:close/>
                  <a:moveTo>
                    <a:pt x="1766057" y="4052154"/>
                  </a:moveTo>
                  <a:lnTo>
                    <a:pt x="1827030" y="4107570"/>
                  </a:lnTo>
                  <a:cubicBezTo>
                    <a:pt x="1947044" y="4206614"/>
                    <a:pt x="2081563" y="4288709"/>
                    <a:pt x="2226923" y="4350192"/>
                  </a:cubicBezTo>
                  <a:lnTo>
                    <a:pt x="2367139" y="4401511"/>
                  </a:lnTo>
                  <a:lnTo>
                    <a:pt x="1428749" y="5332167"/>
                  </a:lnTo>
                  <a:close/>
                  <a:moveTo>
                    <a:pt x="4401512" y="3347860"/>
                  </a:moveTo>
                  <a:lnTo>
                    <a:pt x="5332166" y="4286249"/>
                  </a:lnTo>
                  <a:lnTo>
                    <a:pt x="4052155" y="3948942"/>
                  </a:lnTo>
                  <a:lnTo>
                    <a:pt x="4107571" y="3887970"/>
                  </a:lnTo>
                  <a:cubicBezTo>
                    <a:pt x="4206615" y="3767956"/>
                    <a:pt x="4288710" y="3633437"/>
                    <a:pt x="4350193" y="3488076"/>
                  </a:cubicBezTo>
                  <a:close/>
                  <a:moveTo>
                    <a:pt x="1313488" y="3347859"/>
                  </a:moveTo>
                  <a:lnTo>
                    <a:pt x="1364808" y="3488076"/>
                  </a:lnTo>
                  <a:cubicBezTo>
                    <a:pt x="1426290" y="3633437"/>
                    <a:pt x="1508386" y="3767956"/>
                    <a:pt x="1607430" y="3887970"/>
                  </a:cubicBezTo>
                  <a:lnTo>
                    <a:pt x="1662845" y="3948941"/>
                  </a:lnTo>
                  <a:lnTo>
                    <a:pt x="382831" y="4286249"/>
                  </a:lnTo>
                  <a:close/>
                  <a:moveTo>
                    <a:pt x="4439179" y="2509980"/>
                  </a:moveTo>
                  <a:lnTo>
                    <a:pt x="5715000" y="2857500"/>
                  </a:lnTo>
                  <a:lnTo>
                    <a:pt x="4439179" y="3205020"/>
                  </a:lnTo>
                  <a:lnTo>
                    <a:pt x="4444588" y="3183986"/>
                  </a:lnTo>
                  <a:cubicBezTo>
                    <a:pt x="4466167" y="3078527"/>
                    <a:pt x="4477500" y="2969337"/>
                    <a:pt x="4477500" y="2857499"/>
                  </a:cubicBezTo>
                  <a:cubicBezTo>
                    <a:pt x="4477500" y="2745662"/>
                    <a:pt x="4466167" y="2636471"/>
                    <a:pt x="4444588" y="2531013"/>
                  </a:cubicBezTo>
                  <a:close/>
                  <a:moveTo>
                    <a:pt x="1275821" y="2509980"/>
                  </a:moveTo>
                  <a:lnTo>
                    <a:pt x="1270413" y="2531013"/>
                  </a:lnTo>
                  <a:cubicBezTo>
                    <a:pt x="1248833" y="2636471"/>
                    <a:pt x="1237500" y="2745662"/>
                    <a:pt x="1237500" y="2857499"/>
                  </a:cubicBezTo>
                  <a:cubicBezTo>
                    <a:pt x="1237500" y="2969337"/>
                    <a:pt x="1248833" y="3078527"/>
                    <a:pt x="1270413" y="3183986"/>
                  </a:cubicBezTo>
                  <a:lnTo>
                    <a:pt x="1275821" y="3205020"/>
                  </a:lnTo>
                  <a:lnTo>
                    <a:pt x="0" y="2857500"/>
                  </a:lnTo>
                  <a:close/>
                  <a:moveTo>
                    <a:pt x="5332166" y="1428750"/>
                  </a:moveTo>
                  <a:lnTo>
                    <a:pt x="4401512" y="2367137"/>
                  </a:lnTo>
                  <a:lnTo>
                    <a:pt x="4350193" y="2226922"/>
                  </a:lnTo>
                  <a:cubicBezTo>
                    <a:pt x="4288710" y="2081562"/>
                    <a:pt x="4206615" y="1947042"/>
                    <a:pt x="4107571" y="1827029"/>
                  </a:cubicBezTo>
                  <a:lnTo>
                    <a:pt x="4052155" y="1766056"/>
                  </a:lnTo>
                  <a:close/>
                  <a:moveTo>
                    <a:pt x="382832" y="1428750"/>
                  </a:moveTo>
                  <a:lnTo>
                    <a:pt x="1662845" y="1766057"/>
                  </a:lnTo>
                  <a:lnTo>
                    <a:pt x="1607430" y="1827029"/>
                  </a:lnTo>
                  <a:cubicBezTo>
                    <a:pt x="1508386" y="1947042"/>
                    <a:pt x="1426290" y="2081562"/>
                    <a:pt x="1364808" y="2226922"/>
                  </a:cubicBezTo>
                  <a:lnTo>
                    <a:pt x="1313488" y="2367139"/>
                  </a:lnTo>
                  <a:close/>
                  <a:moveTo>
                    <a:pt x="4286250" y="382832"/>
                  </a:moveTo>
                  <a:lnTo>
                    <a:pt x="3948943" y="1662844"/>
                  </a:lnTo>
                  <a:lnTo>
                    <a:pt x="3887970" y="1607429"/>
                  </a:lnTo>
                  <a:cubicBezTo>
                    <a:pt x="3767957" y="1508385"/>
                    <a:pt x="3633438" y="1426289"/>
                    <a:pt x="3488077" y="1364807"/>
                  </a:cubicBezTo>
                  <a:lnTo>
                    <a:pt x="3347861" y="1313487"/>
                  </a:lnTo>
                  <a:close/>
                  <a:moveTo>
                    <a:pt x="1428749" y="382832"/>
                  </a:moveTo>
                  <a:lnTo>
                    <a:pt x="2367139" y="1313487"/>
                  </a:lnTo>
                  <a:lnTo>
                    <a:pt x="2226923" y="1364807"/>
                  </a:lnTo>
                  <a:cubicBezTo>
                    <a:pt x="2081563" y="1426289"/>
                    <a:pt x="1947044" y="1508385"/>
                    <a:pt x="1827030" y="1607429"/>
                  </a:cubicBezTo>
                  <a:lnTo>
                    <a:pt x="1766057" y="1662845"/>
                  </a:lnTo>
                  <a:close/>
                  <a:moveTo>
                    <a:pt x="2857500" y="0"/>
                  </a:moveTo>
                  <a:lnTo>
                    <a:pt x="3205019" y="1275820"/>
                  </a:lnTo>
                  <a:lnTo>
                    <a:pt x="3183987" y="1270412"/>
                  </a:lnTo>
                  <a:cubicBezTo>
                    <a:pt x="3078529" y="1248832"/>
                    <a:pt x="2969338" y="1237499"/>
                    <a:pt x="2857500" y="1237499"/>
                  </a:cubicBezTo>
                  <a:cubicBezTo>
                    <a:pt x="2745663" y="1237499"/>
                    <a:pt x="2636472" y="1248832"/>
                    <a:pt x="2531014" y="1270412"/>
                  </a:cubicBezTo>
                  <a:lnTo>
                    <a:pt x="2509980" y="1275820"/>
                  </a:lnTo>
                  <a:close/>
                </a:path>
              </a:pathLst>
            </a:cu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橢圓 9"/>
            <p:cNvSpPr/>
            <p:nvPr/>
          </p:nvSpPr>
          <p:spPr>
            <a:xfrm>
              <a:off x="4656000" y="1989000"/>
              <a:ext cx="2880000" cy="2880000"/>
            </a:xfrm>
            <a:prstGeom prst="ellipse">
              <a:avLst/>
            </a:prstGeom>
            <a:solidFill>
              <a:schemeClr val="bg1"/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" name="群組 1"/>
          <p:cNvGrpSpPr/>
          <p:nvPr/>
        </p:nvGrpSpPr>
        <p:grpSpPr>
          <a:xfrm>
            <a:off x="950490" y="4548581"/>
            <a:ext cx="10291019" cy="1191637"/>
            <a:chOff x="950489" y="4567700"/>
            <a:chExt cx="10281501" cy="1191637"/>
          </a:xfrm>
        </p:grpSpPr>
        <p:sp>
          <p:nvSpPr>
            <p:cNvPr id="17" name="矩形 16"/>
            <p:cNvSpPr/>
            <p:nvPr/>
          </p:nvSpPr>
          <p:spPr>
            <a:xfrm>
              <a:off x="950493" y="4567700"/>
              <a:ext cx="10281497" cy="304611"/>
            </a:xfrm>
            <a:prstGeom prst="rect">
              <a:avLst/>
            </a:prstGeom>
            <a:solidFill>
              <a:srgbClr val="FEB1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950489" y="5454726"/>
              <a:ext cx="10281497" cy="304611"/>
            </a:xfrm>
            <a:prstGeom prst="rect">
              <a:avLst/>
            </a:prstGeom>
            <a:solidFill>
              <a:srgbClr val="FEB1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86499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橢圓 3"/>
          <p:cNvSpPr/>
          <p:nvPr/>
        </p:nvSpPr>
        <p:spPr>
          <a:xfrm>
            <a:off x="3727266" y="1060266"/>
            <a:ext cx="4737469" cy="4737469"/>
          </a:xfrm>
          <a:prstGeom prst="ellipse">
            <a:avLst/>
          </a:prstGeom>
          <a:solidFill>
            <a:srgbClr val="0000AA"/>
          </a:solidFill>
          <a:ln w="19050">
            <a:noFill/>
          </a:ln>
          <a:scene3d>
            <a:camera prst="orthographicFront"/>
            <a:lightRig rig="threePt" dir="t"/>
          </a:scene3d>
          <a:sp3d>
            <a:bevelT w="317500" h="317500" prst="relaxedInse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橢圓 8"/>
          <p:cNvSpPr/>
          <p:nvPr/>
        </p:nvSpPr>
        <p:spPr>
          <a:xfrm>
            <a:off x="3727265" y="1060265"/>
            <a:ext cx="4737469" cy="4737469"/>
          </a:xfrm>
          <a:prstGeom prst="ellipse">
            <a:avLst/>
          </a:prstGeom>
          <a:blipFill dpi="0" rotWithShape="1">
            <a:blip r:embed="rId2">
              <a:alphaModFix amt="25000"/>
            </a:blip>
            <a:srcRect/>
            <a:tile tx="0" ty="0" sx="100000" sy="100000" flip="none" algn="tl"/>
          </a:blip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手繪多邊形 7"/>
          <p:cNvSpPr/>
          <p:nvPr/>
        </p:nvSpPr>
        <p:spPr>
          <a:xfrm>
            <a:off x="4216031" y="1549031"/>
            <a:ext cx="3759938" cy="3759938"/>
          </a:xfrm>
          <a:custGeom>
            <a:avLst/>
            <a:gdLst>
              <a:gd name="connsiteX0" fmla="*/ 1651333 w 3759938"/>
              <a:gd name="connsiteY0" fmla="*/ 2920567 h 3759938"/>
              <a:gd name="connsiteX1" fmla="*/ 1665172 w 3759938"/>
              <a:gd name="connsiteY1" fmla="*/ 2924125 h 3759938"/>
              <a:gd name="connsiteX2" fmla="*/ 1879969 w 3759938"/>
              <a:gd name="connsiteY2" fmla="*/ 2945778 h 3759938"/>
              <a:gd name="connsiteX3" fmla="*/ 2094767 w 3759938"/>
              <a:gd name="connsiteY3" fmla="*/ 2924125 h 3759938"/>
              <a:gd name="connsiteX4" fmla="*/ 2108605 w 3759938"/>
              <a:gd name="connsiteY4" fmla="*/ 2920567 h 3759938"/>
              <a:gd name="connsiteX5" fmla="*/ 1879969 w 3759938"/>
              <a:gd name="connsiteY5" fmla="*/ 3759938 h 3759938"/>
              <a:gd name="connsiteX6" fmla="*/ 2598037 w 3759938"/>
              <a:gd name="connsiteY6" fmla="*/ 2665941 h 3759938"/>
              <a:gd name="connsiteX7" fmla="*/ 2819954 w 3759938"/>
              <a:gd name="connsiteY7" fmla="*/ 3508070 h 3759938"/>
              <a:gd name="connsiteX8" fmla="*/ 2202581 w 3759938"/>
              <a:gd name="connsiteY8" fmla="*/ 2895786 h 3759938"/>
              <a:gd name="connsiteX9" fmla="*/ 2294830 w 3759938"/>
              <a:gd name="connsiteY9" fmla="*/ 2862022 h 3759938"/>
              <a:gd name="connsiteX10" fmla="*/ 2557922 w 3759938"/>
              <a:gd name="connsiteY10" fmla="*/ 2702399 h 3759938"/>
              <a:gd name="connsiteX11" fmla="*/ 1161901 w 3759938"/>
              <a:gd name="connsiteY11" fmla="*/ 2665941 h 3759938"/>
              <a:gd name="connsiteX12" fmla="*/ 1202016 w 3759938"/>
              <a:gd name="connsiteY12" fmla="*/ 2702399 h 3759938"/>
              <a:gd name="connsiteX13" fmla="*/ 1465108 w 3759938"/>
              <a:gd name="connsiteY13" fmla="*/ 2862022 h 3759938"/>
              <a:gd name="connsiteX14" fmla="*/ 1557357 w 3759938"/>
              <a:gd name="connsiteY14" fmla="*/ 2895785 h 3759938"/>
              <a:gd name="connsiteX15" fmla="*/ 939984 w 3759938"/>
              <a:gd name="connsiteY15" fmla="*/ 3508070 h 3759938"/>
              <a:gd name="connsiteX16" fmla="*/ 2895785 w 3759938"/>
              <a:gd name="connsiteY16" fmla="*/ 2202581 h 3759938"/>
              <a:gd name="connsiteX17" fmla="*/ 3508069 w 3759938"/>
              <a:gd name="connsiteY17" fmla="*/ 2819953 h 3759938"/>
              <a:gd name="connsiteX18" fmla="*/ 2665941 w 3759938"/>
              <a:gd name="connsiteY18" fmla="*/ 2598037 h 3759938"/>
              <a:gd name="connsiteX19" fmla="*/ 2702399 w 3759938"/>
              <a:gd name="connsiteY19" fmla="*/ 2557923 h 3759938"/>
              <a:gd name="connsiteX20" fmla="*/ 2862022 w 3759938"/>
              <a:gd name="connsiteY20" fmla="*/ 2294830 h 3759938"/>
              <a:gd name="connsiteX21" fmla="*/ 864153 w 3759938"/>
              <a:gd name="connsiteY21" fmla="*/ 2202580 h 3759938"/>
              <a:gd name="connsiteX22" fmla="*/ 897917 w 3759938"/>
              <a:gd name="connsiteY22" fmla="*/ 2294830 h 3759938"/>
              <a:gd name="connsiteX23" fmla="*/ 1057539 w 3759938"/>
              <a:gd name="connsiteY23" fmla="*/ 2557923 h 3759938"/>
              <a:gd name="connsiteX24" fmla="*/ 1093997 w 3759938"/>
              <a:gd name="connsiteY24" fmla="*/ 2598036 h 3759938"/>
              <a:gd name="connsiteX25" fmla="*/ 251867 w 3759938"/>
              <a:gd name="connsiteY25" fmla="*/ 2819953 h 3759938"/>
              <a:gd name="connsiteX26" fmla="*/ 2920567 w 3759938"/>
              <a:gd name="connsiteY26" fmla="*/ 1651334 h 3759938"/>
              <a:gd name="connsiteX27" fmla="*/ 3759938 w 3759938"/>
              <a:gd name="connsiteY27" fmla="*/ 1879970 h 3759938"/>
              <a:gd name="connsiteX28" fmla="*/ 2920567 w 3759938"/>
              <a:gd name="connsiteY28" fmla="*/ 2108605 h 3759938"/>
              <a:gd name="connsiteX29" fmla="*/ 2924125 w 3759938"/>
              <a:gd name="connsiteY29" fmla="*/ 2094767 h 3759938"/>
              <a:gd name="connsiteX30" fmla="*/ 2945778 w 3759938"/>
              <a:gd name="connsiteY30" fmla="*/ 1879969 h 3759938"/>
              <a:gd name="connsiteX31" fmla="*/ 2924125 w 3759938"/>
              <a:gd name="connsiteY31" fmla="*/ 1665171 h 3759938"/>
              <a:gd name="connsiteX32" fmla="*/ 839372 w 3759938"/>
              <a:gd name="connsiteY32" fmla="*/ 1651334 h 3759938"/>
              <a:gd name="connsiteX33" fmla="*/ 835814 w 3759938"/>
              <a:gd name="connsiteY33" fmla="*/ 1665171 h 3759938"/>
              <a:gd name="connsiteX34" fmla="*/ 814160 w 3759938"/>
              <a:gd name="connsiteY34" fmla="*/ 1879969 h 3759938"/>
              <a:gd name="connsiteX35" fmla="*/ 835814 w 3759938"/>
              <a:gd name="connsiteY35" fmla="*/ 2094767 h 3759938"/>
              <a:gd name="connsiteX36" fmla="*/ 839372 w 3759938"/>
              <a:gd name="connsiteY36" fmla="*/ 2108605 h 3759938"/>
              <a:gd name="connsiteX37" fmla="*/ 0 w 3759938"/>
              <a:gd name="connsiteY37" fmla="*/ 1879970 h 3759938"/>
              <a:gd name="connsiteX38" fmla="*/ 3508069 w 3759938"/>
              <a:gd name="connsiteY38" fmla="*/ 939985 h 3759938"/>
              <a:gd name="connsiteX39" fmla="*/ 2895785 w 3759938"/>
              <a:gd name="connsiteY39" fmla="*/ 1557356 h 3759938"/>
              <a:gd name="connsiteX40" fmla="*/ 2862022 w 3759938"/>
              <a:gd name="connsiteY40" fmla="*/ 1465108 h 3759938"/>
              <a:gd name="connsiteX41" fmla="*/ 2702399 w 3759938"/>
              <a:gd name="connsiteY41" fmla="*/ 1202015 h 3759938"/>
              <a:gd name="connsiteX42" fmla="*/ 2665941 w 3759938"/>
              <a:gd name="connsiteY42" fmla="*/ 1161901 h 3759938"/>
              <a:gd name="connsiteX43" fmla="*/ 251868 w 3759938"/>
              <a:gd name="connsiteY43" fmla="*/ 939985 h 3759938"/>
              <a:gd name="connsiteX44" fmla="*/ 1093997 w 3759938"/>
              <a:gd name="connsiteY44" fmla="*/ 1161901 h 3759938"/>
              <a:gd name="connsiteX45" fmla="*/ 1057539 w 3759938"/>
              <a:gd name="connsiteY45" fmla="*/ 1202015 h 3759938"/>
              <a:gd name="connsiteX46" fmla="*/ 897917 w 3759938"/>
              <a:gd name="connsiteY46" fmla="*/ 1465108 h 3759938"/>
              <a:gd name="connsiteX47" fmla="*/ 864153 w 3759938"/>
              <a:gd name="connsiteY47" fmla="*/ 1557358 h 3759938"/>
              <a:gd name="connsiteX48" fmla="*/ 1879969 w 3759938"/>
              <a:gd name="connsiteY48" fmla="*/ 932583 h 3759938"/>
              <a:gd name="connsiteX49" fmla="*/ 2827355 w 3759938"/>
              <a:gd name="connsiteY49" fmla="*/ 1879969 h 3759938"/>
              <a:gd name="connsiteX50" fmla="*/ 1879969 w 3759938"/>
              <a:gd name="connsiteY50" fmla="*/ 2827355 h 3759938"/>
              <a:gd name="connsiteX51" fmla="*/ 932583 w 3759938"/>
              <a:gd name="connsiteY51" fmla="*/ 1879969 h 3759938"/>
              <a:gd name="connsiteX52" fmla="*/ 1879969 w 3759938"/>
              <a:gd name="connsiteY52" fmla="*/ 932583 h 3759938"/>
              <a:gd name="connsiteX53" fmla="*/ 2819954 w 3759938"/>
              <a:gd name="connsiteY53" fmla="*/ 251868 h 3759938"/>
              <a:gd name="connsiteX54" fmla="*/ 2598037 w 3759938"/>
              <a:gd name="connsiteY54" fmla="*/ 1093997 h 3759938"/>
              <a:gd name="connsiteX55" fmla="*/ 2557922 w 3759938"/>
              <a:gd name="connsiteY55" fmla="*/ 1057539 h 3759938"/>
              <a:gd name="connsiteX56" fmla="*/ 2294830 w 3759938"/>
              <a:gd name="connsiteY56" fmla="*/ 897916 h 3759938"/>
              <a:gd name="connsiteX57" fmla="*/ 2202581 w 3759938"/>
              <a:gd name="connsiteY57" fmla="*/ 864152 h 3759938"/>
              <a:gd name="connsiteX58" fmla="*/ 939984 w 3759938"/>
              <a:gd name="connsiteY58" fmla="*/ 251868 h 3759938"/>
              <a:gd name="connsiteX59" fmla="*/ 1557357 w 3759938"/>
              <a:gd name="connsiteY59" fmla="*/ 864152 h 3759938"/>
              <a:gd name="connsiteX60" fmla="*/ 1465108 w 3759938"/>
              <a:gd name="connsiteY60" fmla="*/ 897916 h 3759938"/>
              <a:gd name="connsiteX61" fmla="*/ 1202016 w 3759938"/>
              <a:gd name="connsiteY61" fmla="*/ 1057539 h 3759938"/>
              <a:gd name="connsiteX62" fmla="*/ 1161901 w 3759938"/>
              <a:gd name="connsiteY62" fmla="*/ 1093998 h 3759938"/>
              <a:gd name="connsiteX63" fmla="*/ 1879969 w 3759938"/>
              <a:gd name="connsiteY63" fmla="*/ 0 h 3759938"/>
              <a:gd name="connsiteX64" fmla="*/ 2108604 w 3759938"/>
              <a:gd name="connsiteY64" fmla="*/ 839371 h 3759938"/>
              <a:gd name="connsiteX65" fmla="*/ 2094767 w 3759938"/>
              <a:gd name="connsiteY65" fmla="*/ 835813 h 3759938"/>
              <a:gd name="connsiteX66" fmla="*/ 1879969 w 3759938"/>
              <a:gd name="connsiteY66" fmla="*/ 814159 h 3759938"/>
              <a:gd name="connsiteX67" fmla="*/ 1665172 w 3759938"/>
              <a:gd name="connsiteY67" fmla="*/ 835813 h 3759938"/>
              <a:gd name="connsiteX68" fmla="*/ 1651333 w 3759938"/>
              <a:gd name="connsiteY68" fmla="*/ 839371 h 3759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3759938" h="3759938">
                <a:moveTo>
                  <a:pt x="1651333" y="2920567"/>
                </a:moveTo>
                <a:lnTo>
                  <a:pt x="1665172" y="2924125"/>
                </a:lnTo>
                <a:cubicBezTo>
                  <a:pt x="1734553" y="2938322"/>
                  <a:pt x="1806391" y="2945778"/>
                  <a:pt x="1879969" y="2945778"/>
                </a:cubicBezTo>
                <a:cubicBezTo>
                  <a:pt x="1953548" y="2945778"/>
                  <a:pt x="2025386" y="2938322"/>
                  <a:pt x="2094767" y="2924125"/>
                </a:cubicBezTo>
                <a:lnTo>
                  <a:pt x="2108605" y="2920567"/>
                </a:lnTo>
                <a:lnTo>
                  <a:pt x="1879969" y="3759938"/>
                </a:lnTo>
                <a:close/>
                <a:moveTo>
                  <a:pt x="2598037" y="2665941"/>
                </a:moveTo>
                <a:lnTo>
                  <a:pt x="2819954" y="3508070"/>
                </a:lnTo>
                <a:lnTo>
                  <a:pt x="2202581" y="2895786"/>
                </a:lnTo>
                <a:lnTo>
                  <a:pt x="2294830" y="2862022"/>
                </a:lnTo>
                <a:cubicBezTo>
                  <a:pt x="2390464" y="2821572"/>
                  <a:pt x="2478965" y="2767561"/>
                  <a:pt x="2557922" y="2702399"/>
                </a:cubicBezTo>
                <a:close/>
                <a:moveTo>
                  <a:pt x="1161901" y="2665941"/>
                </a:moveTo>
                <a:lnTo>
                  <a:pt x="1202016" y="2702399"/>
                </a:lnTo>
                <a:cubicBezTo>
                  <a:pt x="1280974" y="2767561"/>
                  <a:pt x="1369475" y="2821572"/>
                  <a:pt x="1465108" y="2862022"/>
                </a:cubicBezTo>
                <a:lnTo>
                  <a:pt x="1557357" y="2895785"/>
                </a:lnTo>
                <a:lnTo>
                  <a:pt x="939984" y="3508070"/>
                </a:lnTo>
                <a:close/>
                <a:moveTo>
                  <a:pt x="2895785" y="2202581"/>
                </a:moveTo>
                <a:lnTo>
                  <a:pt x="3508069" y="2819953"/>
                </a:lnTo>
                <a:lnTo>
                  <a:pt x="2665941" y="2598037"/>
                </a:lnTo>
                <a:lnTo>
                  <a:pt x="2702399" y="2557923"/>
                </a:lnTo>
                <a:cubicBezTo>
                  <a:pt x="2767561" y="2478965"/>
                  <a:pt x="2821572" y="2390464"/>
                  <a:pt x="2862022" y="2294830"/>
                </a:cubicBezTo>
                <a:close/>
                <a:moveTo>
                  <a:pt x="864153" y="2202580"/>
                </a:moveTo>
                <a:lnTo>
                  <a:pt x="897917" y="2294830"/>
                </a:lnTo>
                <a:cubicBezTo>
                  <a:pt x="938366" y="2390464"/>
                  <a:pt x="992378" y="2478965"/>
                  <a:pt x="1057539" y="2557923"/>
                </a:cubicBezTo>
                <a:lnTo>
                  <a:pt x="1093997" y="2598036"/>
                </a:lnTo>
                <a:lnTo>
                  <a:pt x="251867" y="2819953"/>
                </a:lnTo>
                <a:close/>
                <a:moveTo>
                  <a:pt x="2920567" y="1651334"/>
                </a:moveTo>
                <a:lnTo>
                  <a:pt x="3759938" y="1879970"/>
                </a:lnTo>
                <a:lnTo>
                  <a:pt x="2920567" y="2108605"/>
                </a:lnTo>
                <a:lnTo>
                  <a:pt x="2924125" y="2094767"/>
                </a:lnTo>
                <a:cubicBezTo>
                  <a:pt x="2938322" y="2025385"/>
                  <a:pt x="2945778" y="1953548"/>
                  <a:pt x="2945778" y="1879969"/>
                </a:cubicBezTo>
                <a:cubicBezTo>
                  <a:pt x="2945778" y="1806391"/>
                  <a:pt x="2938322" y="1734553"/>
                  <a:pt x="2924125" y="1665171"/>
                </a:cubicBezTo>
                <a:close/>
                <a:moveTo>
                  <a:pt x="839372" y="1651334"/>
                </a:moveTo>
                <a:lnTo>
                  <a:pt x="835814" y="1665171"/>
                </a:lnTo>
                <a:cubicBezTo>
                  <a:pt x="821616" y="1734553"/>
                  <a:pt x="814160" y="1806391"/>
                  <a:pt x="814160" y="1879969"/>
                </a:cubicBezTo>
                <a:cubicBezTo>
                  <a:pt x="814160" y="1953548"/>
                  <a:pt x="821616" y="2025385"/>
                  <a:pt x="835814" y="2094767"/>
                </a:cubicBezTo>
                <a:lnTo>
                  <a:pt x="839372" y="2108605"/>
                </a:lnTo>
                <a:lnTo>
                  <a:pt x="0" y="1879970"/>
                </a:lnTo>
                <a:close/>
                <a:moveTo>
                  <a:pt x="3508069" y="939985"/>
                </a:moveTo>
                <a:lnTo>
                  <a:pt x="2895785" y="1557356"/>
                </a:lnTo>
                <a:lnTo>
                  <a:pt x="2862022" y="1465108"/>
                </a:lnTo>
                <a:cubicBezTo>
                  <a:pt x="2821572" y="1369474"/>
                  <a:pt x="2767561" y="1280973"/>
                  <a:pt x="2702399" y="1202015"/>
                </a:cubicBezTo>
                <a:lnTo>
                  <a:pt x="2665941" y="1161901"/>
                </a:lnTo>
                <a:close/>
                <a:moveTo>
                  <a:pt x="251868" y="939985"/>
                </a:moveTo>
                <a:lnTo>
                  <a:pt x="1093997" y="1161901"/>
                </a:lnTo>
                <a:lnTo>
                  <a:pt x="1057539" y="1202015"/>
                </a:lnTo>
                <a:cubicBezTo>
                  <a:pt x="992378" y="1280973"/>
                  <a:pt x="938366" y="1369474"/>
                  <a:pt x="897917" y="1465108"/>
                </a:cubicBezTo>
                <a:lnTo>
                  <a:pt x="864153" y="1557358"/>
                </a:lnTo>
                <a:close/>
                <a:moveTo>
                  <a:pt x="1879969" y="932583"/>
                </a:moveTo>
                <a:cubicBezTo>
                  <a:pt x="2403196" y="932583"/>
                  <a:pt x="2827355" y="1356742"/>
                  <a:pt x="2827355" y="1879969"/>
                </a:cubicBezTo>
                <a:cubicBezTo>
                  <a:pt x="2827355" y="2403196"/>
                  <a:pt x="2403196" y="2827355"/>
                  <a:pt x="1879969" y="2827355"/>
                </a:cubicBezTo>
                <a:cubicBezTo>
                  <a:pt x="1356742" y="2827355"/>
                  <a:pt x="932583" y="2403196"/>
                  <a:pt x="932583" y="1879969"/>
                </a:cubicBezTo>
                <a:cubicBezTo>
                  <a:pt x="932583" y="1356742"/>
                  <a:pt x="1356742" y="932583"/>
                  <a:pt x="1879969" y="932583"/>
                </a:cubicBezTo>
                <a:close/>
                <a:moveTo>
                  <a:pt x="2819954" y="251868"/>
                </a:moveTo>
                <a:lnTo>
                  <a:pt x="2598037" y="1093997"/>
                </a:lnTo>
                <a:lnTo>
                  <a:pt x="2557922" y="1057539"/>
                </a:lnTo>
                <a:cubicBezTo>
                  <a:pt x="2478965" y="992377"/>
                  <a:pt x="2390464" y="938366"/>
                  <a:pt x="2294830" y="897916"/>
                </a:cubicBezTo>
                <a:lnTo>
                  <a:pt x="2202581" y="864152"/>
                </a:lnTo>
                <a:close/>
                <a:moveTo>
                  <a:pt x="939984" y="251868"/>
                </a:moveTo>
                <a:lnTo>
                  <a:pt x="1557357" y="864152"/>
                </a:lnTo>
                <a:lnTo>
                  <a:pt x="1465108" y="897916"/>
                </a:lnTo>
                <a:cubicBezTo>
                  <a:pt x="1369475" y="938366"/>
                  <a:pt x="1280974" y="992377"/>
                  <a:pt x="1202016" y="1057539"/>
                </a:cubicBezTo>
                <a:lnTo>
                  <a:pt x="1161901" y="1093998"/>
                </a:lnTo>
                <a:close/>
                <a:moveTo>
                  <a:pt x="1879969" y="0"/>
                </a:moveTo>
                <a:lnTo>
                  <a:pt x="2108604" y="839371"/>
                </a:lnTo>
                <a:lnTo>
                  <a:pt x="2094767" y="835813"/>
                </a:lnTo>
                <a:cubicBezTo>
                  <a:pt x="2025386" y="821616"/>
                  <a:pt x="1953548" y="814159"/>
                  <a:pt x="1879969" y="814159"/>
                </a:cubicBezTo>
                <a:cubicBezTo>
                  <a:pt x="1806391" y="814159"/>
                  <a:pt x="1734553" y="821616"/>
                  <a:pt x="1665172" y="835813"/>
                </a:cubicBezTo>
                <a:lnTo>
                  <a:pt x="1651333" y="839371"/>
                </a:lnTo>
                <a:close/>
              </a:path>
            </a:pathLst>
          </a:custGeom>
          <a:blipFill dpi="0" rotWithShape="1">
            <a:blip r:embed="rId3"/>
            <a:srcRect/>
            <a:tile tx="0" ty="0" sx="100000" sy="100000" flip="none" algn="tl"/>
          </a:blipFill>
          <a:ln w="19050">
            <a:noFill/>
          </a:ln>
          <a:effectLst>
            <a:outerShdw blurRad="127000" dist="63500" dir="2700000" algn="tl" rotWithShape="0">
              <a:prstClr val="black"/>
            </a:outerShdw>
          </a:effectLst>
          <a:scene3d>
            <a:camera prst="orthographicFront"/>
            <a:lightRig rig="threePt" dir="t"/>
          </a:scene3d>
          <a:sp3d>
            <a:bevelT w="127000" h="1270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3779068" y="1155514"/>
            <a:ext cx="2109873" cy="39395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5000"/>
              </a:lnSpc>
            </a:pPr>
            <a:r>
              <a:rPr lang="zh-TW" altLang="en-US" sz="15000" b="1" smtClean="0">
                <a:ln w="25400">
                  <a:solidFill>
                    <a:schemeClr val="bg1"/>
                  </a:solidFill>
                </a:ln>
                <a:solidFill>
                  <a:srgbClr val="C00000"/>
                </a:solidFill>
                <a:effectLst>
                  <a:outerShdw blurRad="63500" dist="50800" dir="2700000" algn="tl" rotWithShape="0">
                    <a:prstClr val="black">
                      <a:alpha val="75000"/>
                    </a:prstClr>
                  </a:outerShdw>
                </a:effectLst>
                <a:latin typeface="华文中宋" panose="02010600040101010101" pitchFamily="2" charset="-122"/>
                <a:ea typeface="金梅流行書" panose="02010609000101010101" pitchFamily="49" charset="-120"/>
              </a:rPr>
              <a:t>憲</a:t>
            </a:r>
            <a:endParaRPr lang="en-US" altLang="zh-TW" sz="15000" b="1" smtClean="0">
              <a:ln w="25400">
                <a:solidFill>
                  <a:schemeClr val="bg1"/>
                </a:solidFill>
              </a:ln>
              <a:solidFill>
                <a:srgbClr val="C00000"/>
              </a:solidFill>
              <a:effectLst>
                <a:outerShdw blurRad="63500" dist="50800" dir="2700000" algn="tl" rotWithShape="0">
                  <a:prstClr val="black">
                    <a:alpha val="75000"/>
                  </a:prstClr>
                </a:outerShdw>
              </a:effectLst>
              <a:latin typeface="华文中宋" panose="02010600040101010101" pitchFamily="2" charset="-122"/>
              <a:ea typeface="金梅流行書" panose="02010609000101010101" pitchFamily="49" charset="-120"/>
            </a:endParaRPr>
          </a:p>
          <a:p>
            <a:pPr algn="ctr">
              <a:lnSpc>
                <a:spcPts val="15000"/>
              </a:lnSpc>
            </a:pPr>
            <a:r>
              <a:rPr lang="zh-TW" altLang="en-US" sz="15000" b="1" smtClean="0">
                <a:ln w="25400">
                  <a:solidFill>
                    <a:schemeClr val="bg1"/>
                  </a:solidFill>
                </a:ln>
                <a:solidFill>
                  <a:srgbClr val="C00000"/>
                </a:solidFill>
                <a:effectLst>
                  <a:outerShdw blurRad="63500" dist="50800" dir="2700000" algn="tl" rotWithShape="0">
                    <a:prstClr val="black">
                      <a:alpha val="75000"/>
                    </a:prstClr>
                  </a:outerShdw>
                </a:effectLst>
                <a:latin typeface="华文中宋" panose="02010600040101010101" pitchFamily="2" charset="-122"/>
                <a:ea typeface="金梅流行書" panose="02010609000101010101" pitchFamily="49" charset="-120"/>
              </a:rPr>
              <a:t>政</a:t>
            </a:r>
            <a:endParaRPr lang="zh-CN" altLang="en-US" sz="15000" b="1">
              <a:ln w="25400">
                <a:solidFill>
                  <a:schemeClr val="bg1"/>
                </a:solidFill>
              </a:ln>
              <a:solidFill>
                <a:srgbClr val="C00000"/>
              </a:solidFill>
              <a:effectLst>
                <a:outerShdw blurRad="63500" dist="50800" dir="2700000" algn="tl" rotWithShape="0">
                  <a:prstClr val="black">
                    <a:alpha val="75000"/>
                  </a:prst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67131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</Words>
  <Application>Microsoft Office PowerPoint</Application>
  <PresentationFormat>寬螢幕</PresentationFormat>
  <Paragraphs>2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5" baseType="lpstr">
      <vt:lpstr>新細明體</vt:lpstr>
      <vt:lpstr>华文中宋</vt:lpstr>
      <vt:lpstr>宋体</vt:lpstr>
      <vt:lpstr>金梅流行書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SCP Foundation Equestria Branch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Picsell Dois</dc:creator>
  <cp:lastModifiedBy>Picsell Dois</cp:lastModifiedBy>
  <cp:revision>5</cp:revision>
  <dcterms:created xsi:type="dcterms:W3CDTF">2026-10-10T15:41:21Z</dcterms:created>
  <dcterms:modified xsi:type="dcterms:W3CDTF">2026-10-10T15:54:37Z</dcterms:modified>
</cp:coreProperties>
</file>