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081405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CE8"/>
    <a:srgbClr val="BF7141"/>
    <a:srgbClr val="7192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0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9DFCFE-27DA-48B2-9B07-B4C20CD6C499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1143000"/>
            <a:ext cx="48672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CN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E944E-3654-452D-9BBA-0D643D0DFA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630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mtClean="0"/>
              <a:t>HoI4 national flag size: 82x52, 41x26, 10x7</a:t>
            </a:r>
            <a:endParaRPr lang="zh-CN" altLang="en-US" smtClean="0"/>
          </a:p>
          <a:p>
            <a:endParaRPr lang="zh-CN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E944E-3654-452D-9BBA-0D643D0DFAC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292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mtClean="0"/>
              <a:t>HoI4 national flag size: 82x52, 41x26, 10x7</a:t>
            </a:r>
            <a:endParaRPr lang="zh-CN" altLang="en-US" smtClean="0"/>
          </a:p>
          <a:p>
            <a:endParaRPr lang="zh-CN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E944E-3654-452D-9BBA-0D643D0DFAC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18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1756" y="1122363"/>
            <a:ext cx="8110538" cy="2387600"/>
          </a:xfrm>
        </p:spPr>
        <p:txBody>
          <a:bodyPr anchor="b"/>
          <a:lstStyle>
            <a:lvl1pPr algn="ctr">
              <a:defRPr sz="5322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1756" y="3602038"/>
            <a:ext cx="8110538" cy="1655762"/>
          </a:xfrm>
        </p:spPr>
        <p:txBody>
          <a:bodyPr/>
          <a:lstStyle>
            <a:lvl1pPr marL="0" indent="0" algn="ctr">
              <a:buNone/>
              <a:defRPr sz="2129"/>
            </a:lvl1pPr>
            <a:lvl2pPr marL="405536" indent="0" algn="ctr">
              <a:buNone/>
              <a:defRPr sz="1774"/>
            </a:lvl2pPr>
            <a:lvl3pPr marL="811073" indent="0" algn="ctr">
              <a:buNone/>
              <a:defRPr sz="1597"/>
            </a:lvl3pPr>
            <a:lvl4pPr marL="1216609" indent="0" algn="ctr">
              <a:buNone/>
              <a:defRPr sz="1419"/>
            </a:lvl4pPr>
            <a:lvl5pPr marL="1622146" indent="0" algn="ctr">
              <a:buNone/>
              <a:defRPr sz="1419"/>
            </a:lvl5pPr>
            <a:lvl6pPr marL="2027682" indent="0" algn="ctr">
              <a:buNone/>
              <a:defRPr sz="1419"/>
            </a:lvl6pPr>
            <a:lvl7pPr marL="2433218" indent="0" algn="ctr">
              <a:buNone/>
              <a:defRPr sz="1419"/>
            </a:lvl7pPr>
            <a:lvl8pPr marL="2838755" indent="0" algn="ctr">
              <a:buNone/>
              <a:defRPr sz="1419"/>
            </a:lvl8pPr>
            <a:lvl9pPr marL="3244291" indent="0" algn="ctr">
              <a:buNone/>
              <a:defRPr sz="1419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80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268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7834" y="1709739"/>
            <a:ext cx="9327118" cy="2852737"/>
          </a:xfrm>
        </p:spPr>
        <p:txBody>
          <a:bodyPr anchor="b"/>
          <a:lstStyle>
            <a:lvl1pPr>
              <a:defRPr sz="5322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7834" y="4589464"/>
            <a:ext cx="9327118" cy="1500187"/>
          </a:xfrm>
        </p:spPr>
        <p:txBody>
          <a:bodyPr/>
          <a:lstStyle>
            <a:lvl1pPr marL="0" indent="0">
              <a:buNone/>
              <a:defRPr sz="2129">
                <a:solidFill>
                  <a:schemeClr val="tx1">
                    <a:tint val="75000"/>
                  </a:schemeClr>
                </a:solidFill>
              </a:defRPr>
            </a:lvl1pPr>
            <a:lvl2pPr marL="405536" indent="0">
              <a:buNone/>
              <a:defRPr sz="1774">
                <a:solidFill>
                  <a:schemeClr val="tx1">
                    <a:tint val="75000"/>
                  </a:schemeClr>
                </a:solidFill>
              </a:defRPr>
            </a:lvl2pPr>
            <a:lvl3pPr marL="811073" indent="0">
              <a:buNone/>
              <a:defRPr sz="1597">
                <a:solidFill>
                  <a:schemeClr val="tx1">
                    <a:tint val="75000"/>
                  </a:schemeClr>
                </a:solidFill>
              </a:defRPr>
            </a:lvl3pPr>
            <a:lvl4pPr marL="1216609" indent="0">
              <a:buNone/>
              <a:defRPr sz="1419">
                <a:solidFill>
                  <a:schemeClr val="tx1">
                    <a:tint val="75000"/>
                  </a:schemeClr>
                </a:solidFill>
              </a:defRPr>
            </a:lvl4pPr>
            <a:lvl5pPr marL="1622146" indent="0">
              <a:buNone/>
              <a:defRPr sz="1419">
                <a:solidFill>
                  <a:schemeClr val="tx1">
                    <a:tint val="75000"/>
                  </a:schemeClr>
                </a:solidFill>
              </a:defRPr>
            </a:lvl5pPr>
            <a:lvl6pPr marL="2027682" indent="0">
              <a:buNone/>
              <a:defRPr sz="1419">
                <a:solidFill>
                  <a:schemeClr val="tx1">
                    <a:tint val="75000"/>
                  </a:schemeClr>
                </a:solidFill>
              </a:defRPr>
            </a:lvl6pPr>
            <a:lvl7pPr marL="2433218" indent="0">
              <a:buNone/>
              <a:defRPr sz="1419">
                <a:solidFill>
                  <a:schemeClr val="tx1">
                    <a:tint val="75000"/>
                  </a:schemeClr>
                </a:solidFill>
              </a:defRPr>
            </a:lvl7pPr>
            <a:lvl8pPr marL="2838755" indent="0">
              <a:buNone/>
              <a:defRPr sz="1419">
                <a:solidFill>
                  <a:schemeClr val="tx1">
                    <a:tint val="75000"/>
                  </a:schemeClr>
                </a:solidFill>
              </a:defRPr>
            </a:lvl8pPr>
            <a:lvl9pPr marL="3244291" indent="0">
              <a:buNone/>
              <a:defRPr sz="141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936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3466" y="1825625"/>
            <a:ext cx="4595971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74613" y="1825625"/>
            <a:ext cx="4595971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944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875" y="365126"/>
            <a:ext cx="9327118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4875" y="1681163"/>
            <a:ext cx="4574850" cy="823912"/>
          </a:xfrm>
        </p:spPr>
        <p:txBody>
          <a:bodyPr anchor="b"/>
          <a:lstStyle>
            <a:lvl1pPr marL="0" indent="0">
              <a:buNone/>
              <a:defRPr sz="2129" b="1"/>
            </a:lvl1pPr>
            <a:lvl2pPr marL="405536" indent="0">
              <a:buNone/>
              <a:defRPr sz="1774" b="1"/>
            </a:lvl2pPr>
            <a:lvl3pPr marL="811073" indent="0">
              <a:buNone/>
              <a:defRPr sz="1597" b="1"/>
            </a:lvl3pPr>
            <a:lvl4pPr marL="1216609" indent="0">
              <a:buNone/>
              <a:defRPr sz="1419" b="1"/>
            </a:lvl4pPr>
            <a:lvl5pPr marL="1622146" indent="0">
              <a:buNone/>
              <a:defRPr sz="1419" b="1"/>
            </a:lvl5pPr>
            <a:lvl6pPr marL="2027682" indent="0">
              <a:buNone/>
              <a:defRPr sz="1419" b="1"/>
            </a:lvl6pPr>
            <a:lvl7pPr marL="2433218" indent="0">
              <a:buNone/>
              <a:defRPr sz="1419" b="1"/>
            </a:lvl7pPr>
            <a:lvl8pPr marL="2838755" indent="0">
              <a:buNone/>
              <a:defRPr sz="1419" b="1"/>
            </a:lvl8pPr>
            <a:lvl9pPr marL="3244291" indent="0">
              <a:buNone/>
              <a:defRPr sz="1419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4875" y="2505075"/>
            <a:ext cx="457485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74613" y="1681163"/>
            <a:ext cx="4597380" cy="823912"/>
          </a:xfrm>
        </p:spPr>
        <p:txBody>
          <a:bodyPr anchor="b"/>
          <a:lstStyle>
            <a:lvl1pPr marL="0" indent="0">
              <a:buNone/>
              <a:defRPr sz="2129" b="1"/>
            </a:lvl1pPr>
            <a:lvl2pPr marL="405536" indent="0">
              <a:buNone/>
              <a:defRPr sz="1774" b="1"/>
            </a:lvl2pPr>
            <a:lvl3pPr marL="811073" indent="0">
              <a:buNone/>
              <a:defRPr sz="1597" b="1"/>
            </a:lvl3pPr>
            <a:lvl4pPr marL="1216609" indent="0">
              <a:buNone/>
              <a:defRPr sz="1419" b="1"/>
            </a:lvl4pPr>
            <a:lvl5pPr marL="1622146" indent="0">
              <a:buNone/>
              <a:defRPr sz="1419" b="1"/>
            </a:lvl5pPr>
            <a:lvl6pPr marL="2027682" indent="0">
              <a:buNone/>
              <a:defRPr sz="1419" b="1"/>
            </a:lvl6pPr>
            <a:lvl7pPr marL="2433218" indent="0">
              <a:buNone/>
              <a:defRPr sz="1419" b="1"/>
            </a:lvl7pPr>
            <a:lvl8pPr marL="2838755" indent="0">
              <a:buNone/>
              <a:defRPr sz="1419" b="1"/>
            </a:lvl8pPr>
            <a:lvl9pPr marL="3244291" indent="0">
              <a:buNone/>
              <a:defRPr sz="1419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74613" y="2505075"/>
            <a:ext cx="459738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927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656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50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875" y="457200"/>
            <a:ext cx="3487812" cy="1600200"/>
          </a:xfrm>
        </p:spPr>
        <p:txBody>
          <a:bodyPr anchor="b"/>
          <a:lstStyle>
            <a:lvl1pPr>
              <a:defRPr sz="2838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7380" y="987426"/>
            <a:ext cx="5474613" cy="4873625"/>
          </a:xfrm>
        </p:spPr>
        <p:txBody>
          <a:bodyPr/>
          <a:lstStyle>
            <a:lvl1pPr>
              <a:defRPr sz="2838"/>
            </a:lvl1pPr>
            <a:lvl2pPr>
              <a:defRPr sz="2484"/>
            </a:lvl2pPr>
            <a:lvl3pPr>
              <a:defRPr sz="2129"/>
            </a:lvl3pPr>
            <a:lvl4pPr>
              <a:defRPr sz="1774"/>
            </a:lvl4pPr>
            <a:lvl5pPr>
              <a:defRPr sz="1774"/>
            </a:lvl5pPr>
            <a:lvl6pPr>
              <a:defRPr sz="1774"/>
            </a:lvl6pPr>
            <a:lvl7pPr>
              <a:defRPr sz="1774"/>
            </a:lvl7pPr>
            <a:lvl8pPr>
              <a:defRPr sz="1774"/>
            </a:lvl8pPr>
            <a:lvl9pPr>
              <a:defRPr sz="1774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4875" y="2057400"/>
            <a:ext cx="3487812" cy="3811588"/>
          </a:xfrm>
        </p:spPr>
        <p:txBody>
          <a:bodyPr/>
          <a:lstStyle>
            <a:lvl1pPr marL="0" indent="0">
              <a:buNone/>
              <a:defRPr sz="1419"/>
            </a:lvl1pPr>
            <a:lvl2pPr marL="405536" indent="0">
              <a:buNone/>
              <a:defRPr sz="1242"/>
            </a:lvl2pPr>
            <a:lvl3pPr marL="811073" indent="0">
              <a:buNone/>
              <a:defRPr sz="1064"/>
            </a:lvl3pPr>
            <a:lvl4pPr marL="1216609" indent="0">
              <a:buNone/>
              <a:defRPr sz="887"/>
            </a:lvl4pPr>
            <a:lvl5pPr marL="1622146" indent="0">
              <a:buNone/>
              <a:defRPr sz="887"/>
            </a:lvl5pPr>
            <a:lvl6pPr marL="2027682" indent="0">
              <a:buNone/>
              <a:defRPr sz="887"/>
            </a:lvl6pPr>
            <a:lvl7pPr marL="2433218" indent="0">
              <a:buNone/>
              <a:defRPr sz="887"/>
            </a:lvl7pPr>
            <a:lvl8pPr marL="2838755" indent="0">
              <a:buNone/>
              <a:defRPr sz="887"/>
            </a:lvl8pPr>
            <a:lvl9pPr marL="3244291" indent="0">
              <a:buNone/>
              <a:defRPr sz="887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71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875" y="457200"/>
            <a:ext cx="3487812" cy="1600200"/>
          </a:xfrm>
        </p:spPr>
        <p:txBody>
          <a:bodyPr anchor="b"/>
          <a:lstStyle>
            <a:lvl1pPr>
              <a:defRPr sz="2838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7380" y="987426"/>
            <a:ext cx="5474613" cy="4873625"/>
          </a:xfrm>
        </p:spPr>
        <p:txBody>
          <a:bodyPr anchor="t"/>
          <a:lstStyle>
            <a:lvl1pPr marL="0" indent="0">
              <a:buNone/>
              <a:defRPr sz="2838"/>
            </a:lvl1pPr>
            <a:lvl2pPr marL="405536" indent="0">
              <a:buNone/>
              <a:defRPr sz="2484"/>
            </a:lvl2pPr>
            <a:lvl3pPr marL="811073" indent="0">
              <a:buNone/>
              <a:defRPr sz="2129"/>
            </a:lvl3pPr>
            <a:lvl4pPr marL="1216609" indent="0">
              <a:buNone/>
              <a:defRPr sz="1774"/>
            </a:lvl4pPr>
            <a:lvl5pPr marL="1622146" indent="0">
              <a:buNone/>
              <a:defRPr sz="1774"/>
            </a:lvl5pPr>
            <a:lvl6pPr marL="2027682" indent="0">
              <a:buNone/>
              <a:defRPr sz="1774"/>
            </a:lvl6pPr>
            <a:lvl7pPr marL="2433218" indent="0">
              <a:buNone/>
              <a:defRPr sz="1774"/>
            </a:lvl7pPr>
            <a:lvl8pPr marL="2838755" indent="0">
              <a:buNone/>
              <a:defRPr sz="1774"/>
            </a:lvl8pPr>
            <a:lvl9pPr marL="3244291" indent="0">
              <a:buNone/>
              <a:defRPr sz="1774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4875" y="2057400"/>
            <a:ext cx="3487812" cy="3811588"/>
          </a:xfrm>
        </p:spPr>
        <p:txBody>
          <a:bodyPr/>
          <a:lstStyle>
            <a:lvl1pPr marL="0" indent="0">
              <a:buNone/>
              <a:defRPr sz="1419"/>
            </a:lvl1pPr>
            <a:lvl2pPr marL="405536" indent="0">
              <a:buNone/>
              <a:defRPr sz="1242"/>
            </a:lvl2pPr>
            <a:lvl3pPr marL="811073" indent="0">
              <a:buNone/>
              <a:defRPr sz="1064"/>
            </a:lvl3pPr>
            <a:lvl4pPr marL="1216609" indent="0">
              <a:buNone/>
              <a:defRPr sz="887"/>
            </a:lvl4pPr>
            <a:lvl5pPr marL="1622146" indent="0">
              <a:buNone/>
              <a:defRPr sz="887"/>
            </a:lvl5pPr>
            <a:lvl6pPr marL="2027682" indent="0">
              <a:buNone/>
              <a:defRPr sz="887"/>
            </a:lvl6pPr>
            <a:lvl7pPr marL="2433218" indent="0">
              <a:buNone/>
              <a:defRPr sz="887"/>
            </a:lvl7pPr>
            <a:lvl8pPr marL="2838755" indent="0">
              <a:buNone/>
              <a:defRPr sz="887"/>
            </a:lvl8pPr>
            <a:lvl9pPr marL="3244291" indent="0">
              <a:buNone/>
              <a:defRPr sz="887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924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110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38804" y="365125"/>
            <a:ext cx="233178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3466" y="365125"/>
            <a:ext cx="6860163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96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3466" y="365126"/>
            <a:ext cx="93271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66" y="1825625"/>
            <a:ext cx="93271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466" y="6356351"/>
            <a:ext cx="243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EBBB6-B2F7-45FE-8FEE-172CAE58443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82154" y="6356351"/>
            <a:ext cx="36497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37423" y="6356351"/>
            <a:ext cx="243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37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1073" rtl="0" eaLnBrk="1" latinLnBrk="0" hangingPunct="1">
        <a:lnSpc>
          <a:spcPct val="90000"/>
        </a:lnSpc>
        <a:spcBef>
          <a:spcPct val="0"/>
        </a:spcBef>
        <a:buNone/>
        <a:defRPr sz="39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2768" indent="-202768" algn="l" defTabSz="811073" rtl="0" eaLnBrk="1" latinLnBrk="0" hangingPunct="1">
        <a:lnSpc>
          <a:spcPct val="90000"/>
        </a:lnSpc>
        <a:spcBef>
          <a:spcPts val="887"/>
        </a:spcBef>
        <a:buFont typeface="Arial" panose="020B0604020202020204" pitchFamily="34" charset="0"/>
        <a:buChar char="•"/>
        <a:defRPr sz="2484" kern="1200">
          <a:solidFill>
            <a:schemeClr val="tx1"/>
          </a:solidFill>
          <a:latin typeface="+mn-lt"/>
          <a:ea typeface="+mn-ea"/>
          <a:cs typeface="+mn-cs"/>
        </a:defRPr>
      </a:lvl1pPr>
      <a:lvl2pPr marL="608305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2129" kern="1200">
          <a:solidFill>
            <a:schemeClr val="tx1"/>
          </a:solidFill>
          <a:latin typeface="+mn-lt"/>
          <a:ea typeface="+mn-ea"/>
          <a:cs typeface="+mn-cs"/>
        </a:defRPr>
      </a:lvl2pPr>
      <a:lvl3pPr marL="1013841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774" kern="1200">
          <a:solidFill>
            <a:schemeClr val="tx1"/>
          </a:solidFill>
          <a:latin typeface="+mn-lt"/>
          <a:ea typeface="+mn-ea"/>
          <a:cs typeface="+mn-cs"/>
        </a:defRPr>
      </a:lvl3pPr>
      <a:lvl4pPr marL="1419377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7" kern="1200">
          <a:solidFill>
            <a:schemeClr val="tx1"/>
          </a:solidFill>
          <a:latin typeface="+mn-lt"/>
          <a:ea typeface="+mn-ea"/>
          <a:cs typeface="+mn-cs"/>
        </a:defRPr>
      </a:lvl4pPr>
      <a:lvl5pPr marL="1824914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7" kern="1200">
          <a:solidFill>
            <a:schemeClr val="tx1"/>
          </a:solidFill>
          <a:latin typeface="+mn-lt"/>
          <a:ea typeface="+mn-ea"/>
          <a:cs typeface="+mn-cs"/>
        </a:defRPr>
      </a:lvl5pPr>
      <a:lvl6pPr marL="2230450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7" kern="1200">
          <a:solidFill>
            <a:schemeClr val="tx1"/>
          </a:solidFill>
          <a:latin typeface="+mn-lt"/>
          <a:ea typeface="+mn-ea"/>
          <a:cs typeface="+mn-cs"/>
        </a:defRPr>
      </a:lvl6pPr>
      <a:lvl7pPr marL="2635987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7" kern="1200">
          <a:solidFill>
            <a:schemeClr val="tx1"/>
          </a:solidFill>
          <a:latin typeface="+mn-lt"/>
          <a:ea typeface="+mn-ea"/>
          <a:cs typeface="+mn-cs"/>
        </a:defRPr>
      </a:lvl7pPr>
      <a:lvl8pPr marL="3041523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7" kern="1200">
          <a:solidFill>
            <a:schemeClr val="tx1"/>
          </a:solidFill>
          <a:latin typeface="+mn-lt"/>
          <a:ea typeface="+mn-ea"/>
          <a:cs typeface="+mn-cs"/>
        </a:defRPr>
      </a:lvl8pPr>
      <a:lvl9pPr marL="3447059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1pPr>
      <a:lvl2pPr marL="405536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2pPr>
      <a:lvl3pPr marL="811073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3pPr>
      <a:lvl4pPr marL="1216609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4pPr>
      <a:lvl5pPr marL="1622146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5pPr>
      <a:lvl6pPr marL="2027682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6pPr>
      <a:lvl7pPr marL="2433218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7pPr>
      <a:lvl8pPr marL="2838755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8pPr>
      <a:lvl9pPr marL="3244291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0814538" cy="6858000"/>
          </a:xfrm>
          <a:prstGeom prst="rect">
            <a:avLst/>
          </a:prstGeom>
          <a:solidFill>
            <a:srgbClr val="BF7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600" b="1"/>
          </a:p>
        </p:txBody>
      </p:sp>
      <p:grpSp>
        <p:nvGrpSpPr>
          <p:cNvPr id="8" name="群組 7"/>
          <p:cNvGrpSpPr/>
          <p:nvPr/>
        </p:nvGrpSpPr>
        <p:grpSpPr>
          <a:xfrm>
            <a:off x="0" y="2078100"/>
            <a:ext cx="10814050" cy="2701800"/>
            <a:chOff x="0" y="2304522"/>
            <a:chExt cx="10814050" cy="2701800"/>
          </a:xfrm>
        </p:grpSpPr>
        <p:sp>
          <p:nvSpPr>
            <p:cNvPr id="3" name="矩形 2"/>
            <p:cNvSpPr/>
            <p:nvPr/>
          </p:nvSpPr>
          <p:spPr>
            <a:xfrm>
              <a:off x="0" y="2304522"/>
              <a:ext cx="10814050" cy="540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0" y="3385422"/>
              <a:ext cx="10814050" cy="540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0" y="4466322"/>
              <a:ext cx="10814050" cy="540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2525" y="0"/>
            <a:ext cx="342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829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0814538" cy="6858000"/>
          </a:xfrm>
          <a:prstGeom prst="rect">
            <a:avLst/>
          </a:prstGeom>
          <a:solidFill>
            <a:srgbClr val="FFE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600" b="1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2525" y="0"/>
            <a:ext cx="3429000" cy="6858000"/>
          </a:xfrm>
          <a:prstGeom prst="rect">
            <a:avLst/>
          </a:prstGeom>
        </p:spPr>
      </p:pic>
      <p:grpSp>
        <p:nvGrpSpPr>
          <p:cNvPr id="8" name="群組 7"/>
          <p:cNvGrpSpPr/>
          <p:nvPr/>
        </p:nvGrpSpPr>
        <p:grpSpPr>
          <a:xfrm>
            <a:off x="0" y="2078100"/>
            <a:ext cx="10814050" cy="2701800"/>
            <a:chOff x="0" y="2304522"/>
            <a:chExt cx="10814050" cy="2701800"/>
          </a:xfrm>
        </p:grpSpPr>
        <p:sp>
          <p:nvSpPr>
            <p:cNvPr id="3" name="矩形 2"/>
            <p:cNvSpPr/>
            <p:nvPr/>
          </p:nvSpPr>
          <p:spPr>
            <a:xfrm>
              <a:off x="0" y="2304522"/>
              <a:ext cx="10814050" cy="540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0" y="3385422"/>
              <a:ext cx="10814050" cy="540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0" y="4466322"/>
              <a:ext cx="10814050" cy="540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86230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22</Words>
  <Application>Microsoft Office PowerPoint</Application>
  <PresentationFormat>自訂</PresentationFormat>
  <Paragraphs>4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新細明體</vt:lpstr>
      <vt:lpstr>宋体</vt:lpstr>
      <vt:lpstr>Arial</vt:lpstr>
      <vt:lpstr>Calibri</vt:lpstr>
      <vt:lpstr>Calibri Light</vt:lpstr>
      <vt:lpstr>Office 佈景主題</vt:lpstr>
      <vt:lpstr>PowerPoint 簡報</vt:lpstr>
      <vt:lpstr>PowerPoint 簡報</vt:lpstr>
    </vt:vector>
  </TitlesOfParts>
  <Company>SCP Foundation Equestria Branch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Picsell Dois</dc:creator>
  <cp:lastModifiedBy>Picsell Dois</cp:lastModifiedBy>
  <cp:revision>5</cp:revision>
  <dcterms:created xsi:type="dcterms:W3CDTF">2025-07-18T13:14:19Z</dcterms:created>
  <dcterms:modified xsi:type="dcterms:W3CDTF">2026-03-16T13:02:08Z</dcterms:modified>
</cp:coreProperties>
</file>