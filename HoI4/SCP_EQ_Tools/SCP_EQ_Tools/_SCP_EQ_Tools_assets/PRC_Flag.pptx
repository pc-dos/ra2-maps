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08140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00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0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9DFCFE-27DA-48B2-9B07-B4C20CD6C499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95363" y="1143000"/>
            <a:ext cx="48672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CN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1E944E-3654-452D-9BBA-0D643D0DFA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963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https://zhuanlan.zhihu.com/p/588894093?utm_psn=1828649422269059072</a:t>
            </a:r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292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5584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06528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1756" y="1122363"/>
            <a:ext cx="8110538" cy="2387600"/>
          </a:xfrm>
        </p:spPr>
        <p:txBody>
          <a:bodyPr anchor="b"/>
          <a:lstStyle>
            <a:lvl1pPr algn="ctr"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51756" y="3602038"/>
            <a:ext cx="8110538" cy="1655762"/>
          </a:xfrm>
        </p:spPr>
        <p:txBody>
          <a:bodyPr/>
          <a:lstStyle>
            <a:lvl1pPr marL="0" indent="0" algn="ctr">
              <a:buNone/>
              <a:defRPr sz="2129"/>
            </a:lvl1pPr>
            <a:lvl2pPr marL="405536" indent="0" algn="ctr">
              <a:buNone/>
              <a:defRPr sz="1774"/>
            </a:lvl2pPr>
            <a:lvl3pPr marL="811073" indent="0" algn="ctr">
              <a:buNone/>
              <a:defRPr sz="1597"/>
            </a:lvl3pPr>
            <a:lvl4pPr marL="1216609" indent="0" algn="ctr">
              <a:buNone/>
              <a:defRPr sz="1419"/>
            </a:lvl4pPr>
            <a:lvl5pPr marL="1622146" indent="0" algn="ctr">
              <a:buNone/>
              <a:defRPr sz="1419"/>
            </a:lvl5pPr>
            <a:lvl6pPr marL="2027682" indent="0" algn="ctr">
              <a:buNone/>
              <a:defRPr sz="1419"/>
            </a:lvl6pPr>
            <a:lvl7pPr marL="2433218" indent="0" algn="ctr">
              <a:buNone/>
              <a:defRPr sz="1419"/>
            </a:lvl7pPr>
            <a:lvl8pPr marL="2838755" indent="0" algn="ctr">
              <a:buNone/>
              <a:defRPr sz="1419"/>
            </a:lvl8pPr>
            <a:lvl9pPr marL="3244291" indent="0" algn="ctr">
              <a:buNone/>
              <a:defRPr sz="1419"/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08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326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7834" y="1709739"/>
            <a:ext cx="9327118" cy="2852737"/>
          </a:xfrm>
        </p:spPr>
        <p:txBody>
          <a:bodyPr anchor="b"/>
          <a:lstStyle>
            <a:lvl1pPr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834" y="4589464"/>
            <a:ext cx="9327118" cy="1500187"/>
          </a:xfrm>
        </p:spPr>
        <p:txBody>
          <a:bodyPr/>
          <a:lstStyle>
            <a:lvl1pPr marL="0" indent="0">
              <a:buNone/>
              <a:defRPr sz="2129">
                <a:solidFill>
                  <a:schemeClr val="tx1">
                    <a:tint val="75000"/>
                  </a:schemeClr>
                </a:solidFill>
              </a:defRPr>
            </a:lvl1pPr>
            <a:lvl2pPr marL="405536" indent="0">
              <a:buNone/>
              <a:defRPr sz="1774">
                <a:solidFill>
                  <a:schemeClr val="tx1">
                    <a:tint val="75000"/>
                  </a:schemeClr>
                </a:solidFill>
              </a:defRPr>
            </a:lvl2pPr>
            <a:lvl3pPr marL="811073" indent="0">
              <a:buNone/>
              <a:defRPr sz="1597">
                <a:solidFill>
                  <a:schemeClr val="tx1">
                    <a:tint val="75000"/>
                  </a:schemeClr>
                </a:solidFill>
              </a:defRPr>
            </a:lvl3pPr>
            <a:lvl4pPr marL="1216609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4pPr>
            <a:lvl5pPr marL="1622146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5pPr>
            <a:lvl6pPr marL="2027682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6pPr>
            <a:lvl7pPr marL="2433218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7pPr>
            <a:lvl8pPr marL="2838755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8pPr>
            <a:lvl9pPr marL="3244291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1936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3466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74613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94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365126"/>
            <a:ext cx="9327118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4875" y="1681163"/>
            <a:ext cx="457485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4875" y="2505075"/>
            <a:ext cx="457485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74613" y="1681163"/>
            <a:ext cx="459738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74613" y="2505075"/>
            <a:ext cx="459738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92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656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5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7380" y="987426"/>
            <a:ext cx="5474613" cy="4873625"/>
          </a:xfrm>
        </p:spPr>
        <p:txBody>
          <a:bodyPr/>
          <a:lstStyle>
            <a:lvl1pPr>
              <a:defRPr sz="2838"/>
            </a:lvl1pPr>
            <a:lvl2pPr>
              <a:defRPr sz="2484"/>
            </a:lvl2pPr>
            <a:lvl3pPr>
              <a:defRPr sz="2129"/>
            </a:lvl3pPr>
            <a:lvl4pPr>
              <a:defRPr sz="1774"/>
            </a:lvl4pPr>
            <a:lvl5pPr>
              <a:defRPr sz="1774"/>
            </a:lvl5pPr>
            <a:lvl6pPr>
              <a:defRPr sz="1774"/>
            </a:lvl6pPr>
            <a:lvl7pPr>
              <a:defRPr sz="1774"/>
            </a:lvl7pPr>
            <a:lvl8pPr>
              <a:defRPr sz="1774"/>
            </a:lvl8pPr>
            <a:lvl9pPr>
              <a:defRPr sz="1774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711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7380" y="987426"/>
            <a:ext cx="5474613" cy="4873625"/>
          </a:xfrm>
        </p:spPr>
        <p:txBody>
          <a:bodyPr anchor="t"/>
          <a:lstStyle>
            <a:lvl1pPr marL="0" indent="0">
              <a:buNone/>
              <a:defRPr sz="2838"/>
            </a:lvl1pPr>
            <a:lvl2pPr marL="405536" indent="0">
              <a:buNone/>
              <a:defRPr sz="2484"/>
            </a:lvl2pPr>
            <a:lvl3pPr marL="811073" indent="0">
              <a:buNone/>
              <a:defRPr sz="2129"/>
            </a:lvl3pPr>
            <a:lvl4pPr marL="1216609" indent="0">
              <a:buNone/>
              <a:defRPr sz="1774"/>
            </a:lvl4pPr>
            <a:lvl5pPr marL="1622146" indent="0">
              <a:buNone/>
              <a:defRPr sz="1774"/>
            </a:lvl5pPr>
            <a:lvl6pPr marL="2027682" indent="0">
              <a:buNone/>
              <a:defRPr sz="1774"/>
            </a:lvl6pPr>
            <a:lvl7pPr marL="2433218" indent="0">
              <a:buNone/>
              <a:defRPr sz="1774"/>
            </a:lvl7pPr>
            <a:lvl8pPr marL="2838755" indent="0">
              <a:buNone/>
              <a:defRPr sz="1774"/>
            </a:lvl8pPr>
            <a:lvl9pPr marL="3244291" indent="0">
              <a:buNone/>
              <a:defRPr sz="1774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8924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411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38804" y="365125"/>
            <a:ext cx="233178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3466" y="365125"/>
            <a:ext cx="6860163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296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3466" y="365126"/>
            <a:ext cx="93271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466" y="1825625"/>
            <a:ext cx="93271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466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82154" y="6356351"/>
            <a:ext cx="36497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37423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37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1073" rtl="0" eaLnBrk="1" latinLnBrk="0" hangingPunct="1">
        <a:lnSpc>
          <a:spcPct val="90000"/>
        </a:lnSpc>
        <a:spcBef>
          <a:spcPct val="0"/>
        </a:spcBef>
        <a:buNone/>
        <a:defRPr sz="39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2768" indent="-202768" algn="l" defTabSz="811073" rtl="0" eaLnBrk="1" latinLnBrk="0" hangingPunct="1">
        <a:lnSpc>
          <a:spcPct val="90000"/>
        </a:lnSpc>
        <a:spcBef>
          <a:spcPts val="887"/>
        </a:spcBef>
        <a:buFont typeface="Arial" panose="020B0604020202020204" pitchFamily="34" charset="0"/>
        <a:buChar char="•"/>
        <a:defRPr sz="2484" kern="1200">
          <a:solidFill>
            <a:schemeClr val="tx1"/>
          </a:solidFill>
          <a:latin typeface="+mn-lt"/>
          <a:ea typeface="+mn-ea"/>
          <a:cs typeface="+mn-cs"/>
        </a:defRPr>
      </a:lvl1pPr>
      <a:lvl2pPr marL="608305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2129" kern="1200">
          <a:solidFill>
            <a:schemeClr val="tx1"/>
          </a:solidFill>
          <a:latin typeface="+mn-lt"/>
          <a:ea typeface="+mn-ea"/>
          <a:cs typeface="+mn-cs"/>
        </a:defRPr>
      </a:lvl2pPr>
      <a:lvl3pPr marL="1013841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774" kern="1200">
          <a:solidFill>
            <a:schemeClr val="tx1"/>
          </a:solidFill>
          <a:latin typeface="+mn-lt"/>
          <a:ea typeface="+mn-ea"/>
          <a:cs typeface="+mn-cs"/>
        </a:defRPr>
      </a:lvl3pPr>
      <a:lvl4pPr marL="141937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824914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230450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63598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3041523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447059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1pPr>
      <a:lvl2pPr marL="40553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2pPr>
      <a:lvl3pPr marL="811073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3pPr>
      <a:lvl4pPr marL="1216609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62214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027682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433218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2838755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244291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D400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46" b="19679"/>
          <a:stretch/>
        </p:blipFill>
        <p:spPr>
          <a:xfrm>
            <a:off x="-923" y="944697"/>
            <a:ext cx="10815894" cy="4968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29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D400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69" y="0"/>
            <a:ext cx="95243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268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D400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"/>
            <a:ext cx="10814050" cy="6857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67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</TotalTime>
  <Words>26</Words>
  <Application>Microsoft Office PowerPoint</Application>
  <PresentationFormat>自訂</PresentationFormat>
  <Paragraphs>6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9" baseType="lpstr">
      <vt:lpstr>新細明體</vt:lpstr>
      <vt:lpstr>宋体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</vt:vector>
  </TitlesOfParts>
  <Company>SCP Foundation Equestria Branch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Picsell Dois</dc:creator>
  <cp:lastModifiedBy>Picsell Dois</cp:lastModifiedBy>
  <cp:revision>8</cp:revision>
  <dcterms:created xsi:type="dcterms:W3CDTF">2025-07-18T13:14:19Z</dcterms:created>
  <dcterms:modified xsi:type="dcterms:W3CDTF">2026-04-18T11:50:26Z</dcterms:modified>
</cp:coreProperties>
</file>