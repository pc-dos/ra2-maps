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70" r:id="rId11"/>
    <p:sldId id="271" r:id="rId12"/>
    <p:sldId id="268" r:id="rId13"/>
    <p:sldId id="257" r:id="rId14"/>
    <p:sldId id="258" r:id="rId15"/>
    <p:sldId id="259" r:id="rId16"/>
    <p:sldId id="260" r:id="rId17"/>
  </p:sldIdLst>
  <p:sldSz cx="108140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DFCFE-27DA-48B2-9B07-B4C20CD6C499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95363" y="1143000"/>
            <a:ext cx="4867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E944E-3654-452D-9BBA-0D643D0DFA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63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9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7387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9874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0341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283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083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3013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6632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5031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9725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93816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9430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1756" y="1122363"/>
            <a:ext cx="8110538" cy="2387600"/>
          </a:xfrm>
        </p:spPr>
        <p:txBody>
          <a:bodyPr anchor="b"/>
          <a:lstStyle>
            <a:lvl1pPr algn="ctr"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1756" y="3602038"/>
            <a:ext cx="8110538" cy="1655762"/>
          </a:xfrm>
        </p:spPr>
        <p:txBody>
          <a:bodyPr/>
          <a:lstStyle>
            <a:lvl1pPr marL="0" indent="0" algn="ctr">
              <a:buNone/>
              <a:defRPr sz="2129"/>
            </a:lvl1pPr>
            <a:lvl2pPr marL="405536" indent="0" algn="ctr">
              <a:buNone/>
              <a:defRPr sz="1774"/>
            </a:lvl2pPr>
            <a:lvl3pPr marL="811073" indent="0" algn="ctr">
              <a:buNone/>
              <a:defRPr sz="1597"/>
            </a:lvl3pPr>
            <a:lvl4pPr marL="1216609" indent="0" algn="ctr">
              <a:buNone/>
              <a:defRPr sz="1419"/>
            </a:lvl4pPr>
            <a:lvl5pPr marL="1622146" indent="0" algn="ctr">
              <a:buNone/>
              <a:defRPr sz="1419"/>
            </a:lvl5pPr>
            <a:lvl6pPr marL="2027682" indent="0" algn="ctr">
              <a:buNone/>
              <a:defRPr sz="1419"/>
            </a:lvl6pPr>
            <a:lvl7pPr marL="2433218" indent="0" algn="ctr">
              <a:buNone/>
              <a:defRPr sz="1419"/>
            </a:lvl7pPr>
            <a:lvl8pPr marL="2838755" indent="0" algn="ctr">
              <a:buNone/>
              <a:defRPr sz="1419"/>
            </a:lvl8pPr>
            <a:lvl9pPr marL="3244291" indent="0" algn="ctr">
              <a:buNone/>
              <a:defRPr sz="1419"/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326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34" y="1709739"/>
            <a:ext cx="9327118" cy="2852737"/>
          </a:xfrm>
        </p:spPr>
        <p:txBody>
          <a:bodyPr anchor="b"/>
          <a:lstStyle>
            <a:lvl1pPr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834" y="4589464"/>
            <a:ext cx="9327118" cy="1500187"/>
          </a:xfrm>
        </p:spPr>
        <p:txBody>
          <a:bodyPr/>
          <a:lstStyle>
            <a:lvl1pPr marL="0" indent="0">
              <a:buNone/>
              <a:defRPr sz="2129">
                <a:solidFill>
                  <a:schemeClr val="tx1">
                    <a:tint val="75000"/>
                  </a:schemeClr>
                </a:solidFill>
              </a:defRPr>
            </a:lvl1pPr>
            <a:lvl2pPr marL="405536" indent="0">
              <a:buNone/>
              <a:defRPr sz="1774">
                <a:solidFill>
                  <a:schemeClr val="tx1">
                    <a:tint val="75000"/>
                  </a:schemeClr>
                </a:solidFill>
              </a:defRPr>
            </a:lvl2pPr>
            <a:lvl3pPr marL="811073" indent="0">
              <a:buNone/>
              <a:defRPr sz="1597">
                <a:solidFill>
                  <a:schemeClr val="tx1">
                    <a:tint val="75000"/>
                  </a:schemeClr>
                </a:solidFill>
              </a:defRPr>
            </a:lvl3pPr>
            <a:lvl4pPr marL="1216609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4pPr>
            <a:lvl5pPr marL="1622146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5pPr>
            <a:lvl6pPr marL="2027682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6pPr>
            <a:lvl7pPr marL="2433218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7pPr>
            <a:lvl8pPr marL="2838755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8pPr>
            <a:lvl9pPr marL="3244291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36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3466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74613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94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365126"/>
            <a:ext cx="9327118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4875" y="1681163"/>
            <a:ext cx="457485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4875" y="2505075"/>
            <a:ext cx="457485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74613" y="1681163"/>
            <a:ext cx="459738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74613" y="2505075"/>
            <a:ext cx="459738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92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6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5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7380" y="987426"/>
            <a:ext cx="5474613" cy="4873625"/>
          </a:xfrm>
        </p:spPr>
        <p:txBody>
          <a:bodyPr/>
          <a:lstStyle>
            <a:lvl1pPr>
              <a:defRPr sz="2838"/>
            </a:lvl1pPr>
            <a:lvl2pPr>
              <a:defRPr sz="2484"/>
            </a:lvl2pPr>
            <a:lvl3pPr>
              <a:defRPr sz="2129"/>
            </a:lvl3pPr>
            <a:lvl4pPr>
              <a:defRPr sz="1774"/>
            </a:lvl4pPr>
            <a:lvl5pPr>
              <a:defRPr sz="1774"/>
            </a:lvl5pPr>
            <a:lvl6pPr>
              <a:defRPr sz="1774"/>
            </a:lvl6pPr>
            <a:lvl7pPr>
              <a:defRPr sz="1774"/>
            </a:lvl7pPr>
            <a:lvl8pPr>
              <a:defRPr sz="1774"/>
            </a:lvl8pPr>
            <a:lvl9pPr>
              <a:defRPr sz="1774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711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7380" y="987426"/>
            <a:ext cx="5474613" cy="4873625"/>
          </a:xfrm>
        </p:spPr>
        <p:txBody>
          <a:bodyPr anchor="t"/>
          <a:lstStyle>
            <a:lvl1pPr marL="0" indent="0">
              <a:buNone/>
              <a:defRPr sz="2838"/>
            </a:lvl1pPr>
            <a:lvl2pPr marL="405536" indent="0">
              <a:buNone/>
              <a:defRPr sz="2484"/>
            </a:lvl2pPr>
            <a:lvl3pPr marL="811073" indent="0">
              <a:buNone/>
              <a:defRPr sz="2129"/>
            </a:lvl3pPr>
            <a:lvl4pPr marL="1216609" indent="0">
              <a:buNone/>
              <a:defRPr sz="1774"/>
            </a:lvl4pPr>
            <a:lvl5pPr marL="1622146" indent="0">
              <a:buNone/>
              <a:defRPr sz="1774"/>
            </a:lvl5pPr>
            <a:lvl6pPr marL="2027682" indent="0">
              <a:buNone/>
              <a:defRPr sz="1774"/>
            </a:lvl6pPr>
            <a:lvl7pPr marL="2433218" indent="0">
              <a:buNone/>
              <a:defRPr sz="1774"/>
            </a:lvl7pPr>
            <a:lvl8pPr marL="2838755" indent="0">
              <a:buNone/>
              <a:defRPr sz="1774"/>
            </a:lvl8pPr>
            <a:lvl9pPr marL="3244291" indent="0">
              <a:buNone/>
              <a:defRPr sz="1774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892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411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38804" y="365125"/>
            <a:ext cx="233178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3466" y="365125"/>
            <a:ext cx="6860163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3466" y="365126"/>
            <a:ext cx="93271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66" y="1825625"/>
            <a:ext cx="93271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466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BBB6-B2F7-45FE-8FEE-172CAE584435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2154" y="6356351"/>
            <a:ext cx="36497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37423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37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1073" rtl="0" eaLnBrk="1" latinLnBrk="0" hangingPunct="1">
        <a:lnSpc>
          <a:spcPct val="90000"/>
        </a:lnSpc>
        <a:spcBef>
          <a:spcPct val="0"/>
        </a:spcBef>
        <a:buNone/>
        <a:defRPr sz="39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2768" indent="-202768" algn="l" defTabSz="811073" rtl="0" eaLnBrk="1" latinLnBrk="0" hangingPunct="1">
        <a:lnSpc>
          <a:spcPct val="90000"/>
        </a:lnSpc>
        <a:spcBef>
          <a:spcPts val="887"/>
        </a:spcBef>
        <a:buFont typeface="Arial" panose="020B0604020202020204" pitchFamily="34" charset="0"/>
        <a:buChar char="•"/>
        <a:defRPr sz="2484" kern="1200">
          <a:solidFill>
            <a:schemeClr val="tx1"/>
          </a:solidFill>
          <a:latin typeface="+mn-lt"/>
          <a:ea typeface="+mn-ea"/>
          <a:cs typeface="+mn-cs"/>
        </a:defRPr>
      </a:lvl1pPr>
      <a:lvl2pPr marL="608305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2129" kern="1200">
          <a:solidFill>
            <a:schemeClr val="tx1"/>
          </a:solidFill>
          <a:latin typeface="+mn-lt"/>
          <a:ea typeface="+mn-ea"/>
          <a:cs typeface="+mn-cs"/>
        </a:defRPr>
      </a:lvl2pPr>
      <a:lvl3pPr marL="1013841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774" kern="1200">
          <a:solidFill>
            <a:schemeClr val="tx1"/>
          </a:solidFill>
          <a:latin typeface="+mn-lt"/>
          <a:ea typeface="+mn-ea"/>
          <a:cs typeface="+mn-cs"/>
        </a:defRPr>
      </a:lvl3pPr>
      <a:lvl4pPr marL="141937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824914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230450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63598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3041523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447059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1pPr>
      <a:lvl2pPr marL="40553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2pPr>
      <a:lvl3pPr marL="811073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3pPr>
      <a:lvl4pPr marL="1216609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62214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027682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433218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2838755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244291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540720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1404390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9382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駐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日戡亂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13638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日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本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特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別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行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政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區</a:t>
            </a:r>
            <a:endParaRPr lang="zh-CN" altLang="en-US" sz="8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31718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540720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1404390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5407200" y="3429000"/>
            <a:ext cx="5406850" cy="3430800"/>
          </a:xfrm>
          <a:prstGeom prst="rect">
            <a:avLst/>
          </a:prstGeom>
          <a:solidFill>
            <a:srgbClr val="29294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625" y="3971680"/>
            <a:ext cx="2340000" cy="23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8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滇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黔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綏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53823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廣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州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綏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7776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太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原綏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4393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西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北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行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署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1743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新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endParaRPr lang="en-US" altLang="zh-TW" sz="50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疆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endParaRPr lang="en-US" altLang="zh-TW" sz="50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省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3625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FFF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六角星形 2"/>
          <p:cNvSpPr/>
          <p:nvPr/>
        </p:nvSpPr>
        <p:spPr>
          <a:xfrm>
            <a:off x="627962" y="627962"/>
            <a:ext cx="2324559" cy="2622015"/>
          </a:xfrm>
          <a:prstGeom prst="star6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51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六角星形 2"/>
          <p:cNvSpPr/>
          <p:nvPr/>
        </p:nvSpPr>
        <p:spPr>
          <a:xfrm>
            <a:off x="3877307" y="1703535"/>
            <a:ext cx="3059437" cy="3450930"/>
          </a:xfrm>
          <a:prstGeom prst="star6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972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和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平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建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國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38973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853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482" y="894457"/>
            <a:ext cx="5069086" cy="5069086"/>
          </a:xfrm>
          <a:prstGeom prst="rect">
            <a:avLst/>
          </a:prstGeom>
        </p:spPr>
      </p:pic>
      <p:grpSp>
        <p:nvGrpSpPr>
          <p:cNvPr id="7" name="群組 6"/>
          <p:cNvGrpSpPr/>
          <p:nvPr/>
        </p:nvGrpSpPr>
        <p:grpSpPr>
          <a:xfrm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5" name="等腰三角形 4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6" name="等腰三角形 5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8" name="群組 7"/>
          <p:cNvGrpSpPr/>
          <p:nvPr/>
        </p:nvGrpSpPr>
        <p:grpSpPr>
          <a:xfrm rot="18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9" name="等腰三角形 8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0" name="等腰三角形 9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1" name="群組 10"/>
          <p:cNvGrpSpPr/>
          <p:nvPr/>
        </p:nvGrpSpPr>
        <p:grpSpPr>
          <a:xfrm rot="36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2" name="等腰三角形 11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3" name="等腰三角形 12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4" name="群組 13"/>
          <p:cNvGrpSpPr/>
          <p:nvPr/>
        </p:nvGrpSpPr>
        <p:grpSpPr>
          <a:xfrm rot="54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5" name="等腰三角形 14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6" name="等腰三角形 15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7" name="群組 16"/>
          <p:cNvGrpSpPr/>
          <p:nvPr/>
        </p:nvGrpSpPr>
        <p:grpSpPr>
          <a:xfrm rot="72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8" name="等腰三角形 17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9" name="等腰三角形 18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20" name="群組 19"/>
          <p:cNvGrpSpPr/>
          <p:nvPr/>
        </p:nvGrpSpPr>
        <p:grpSpPr>
          <a:xfrm rot="90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21" name="等腰三角形 20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22" name="等腰三角形 21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sp>
        <p:nvSpPr>
          <p:cNvPr id="23" name="橢圓 22"/>
          <p:cNvSpPr/>
          <p:nvPr/>
        </p:nvSpPr>
        <p:spPr>
          <a:xfrm>
            <a:off x="3970119" y="1992094"/>
            <a:ext cx="2873813" cy="2873813"/>
          </a:xfrm>
          <a:prstGeom prst="ellipse">
            <a:avLst/>
          </a:prstGeom>
          <a:solidFill>
            <a:srgbClr val="0000AA">
              <a:alpha val="5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sp>
        <p:nvSpPr>
          <p:cNvPr id="24" name="橢圓 23"/>
          <p:cNvSpPr/>
          <p:nvPr/>
        </p:nvSpPr>
        <p:spPr>
          <a:xfrm>
            <a:off x="4129775" y="2151750"/>
            <a:ext cx="2554500" cy="2554500"/>
          </a:xfrm>
          <a:prstGeom prst="ellipse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</p:spTree>
    <p:extLst>
      <p:ext uri="{BB962C8B-B14F-4D97-AF65-F5344CB8AC3E}">
        <p14:creationId xmlns:p14="http://schemas.microsoft.com/office/powerpoint/2010/main" val="1083114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grpSp>
        <p:nvGrpSpPr>
          <p:cNvPr id="3" name="群組 2"/>
          <p:cNvGrpSpPr/>
          <p:nvPr/>
        </p:nvGrpSpPr>
        <p:grpSpPr>
          <a:xfrm>
            <a:off x="2872482" y="894458"/>
            <a:ext cx="5069086" cy="5069085"/>
            <a:chOff x="3238500" y="571501"/>
            <a:chExt cx="5715000" cy="5714999"/>
          </a:xfrm>
        </p:grpSpPr>
        <p:sp>
          <p:nvSpPr>
            <p:cNvPr id="25" name="手繪多邊形 24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26" name="橢圓 25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</p:spTree>
    <p:extLst>
      <p:ext uri="{BB962C8B-B14F-4D97-AF65-F5344CB8AC3E}">
        <p14:creationId xmlns:p14="http://schemas.microsoft.com/office/powerpoint/2010/main" val="135156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橢圓 7"/>
          <p:cNvSpPr/>
          <p:nvPr/>
        </p:nvSpPr>
        <p:spPr>
          <a:xfrm>
            <a:off x="2872482" y="894457"/>
            <a:ext cx="5069086" cy="5069086"/>
          </a:xfrm>
          <a:prstGeom prst="ellipse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grpSp>
        <p:nvGrpSpPr>
          <p:cNvPr id="5" name="群組 4"/>
          <p:cNvGrpSpPr/>
          <p:nvPr/>
        </p:nvGrpSpPr>
        <p:grpSpPr>
          <a:xfrm>
            <a:off x="3739532" y="1761507"/>
            <a:ext cx="3334987" cy="3334987"/>
            <a:chOff x="3238500" y="571501"/>
            <a:chExt cx="5715000" cy="5714999"/>
          </a:xfrm>
        </p:grpSpPr>
        <p:sp>
          <p:nvSpPr>
            <p:cNvPr id="6" name="手繪多邊形 5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7" name="橢圓 6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</p:spTree>
    <p:extLst>
      <p:ext uri="{BB962C8B-B14F-4D97-AF65-F5344CB8AC3E}">
        <p14:creationId xmlns:p14="http://schemas.microsoft.com/office/powerpoint/2010/main" val="1668641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</TotalTime>
  <Words>166</Words>
  <Application>Microsoft Office PowerPoint</Application>
  <PresentationFormat>自訂</PresentationFormat>
  <Paragraphs>57</Paragraphs>
  <Slides>16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DFKai-SB</vt:lpstr>
      <vt:lpstr>新細明體</vt:lpstr>
      <vt:lpstr>宋体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SCP Foundation Equestria Branch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Picsell Dois</dc:creator>
  <cp:lastModifiedBy>Picsell Dois</cp:lastModifiedBy>
  <cp:revision>34</cp:revision>
  <dcterms:created xsi:type="dcterms:W3CDTF">2025-07-18T13:14:19Z</dcterms:created>
  <dcterms:modified xsi:type="dcterms:W3CDTF">2026-04-18T11:31:53Z</dcterms:modified>
</cp:coreProperties>
</file>