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6"/>
  </p:notesMasterIdLst>
  <p:sldIdLst>
    <p:sldId id="256" r:id="rId2"/>
    <p:sldId id="261" r:id="rId3"/>
    <p:sldId id="262" r:id="rId4"/>
    <p:sldId id="263" r:id="rId5"/>
    <p:sldId id="264" r:id="rId6"/>
    <p:sldId id="265" r:id="rId7"/>
    <p:sldId id="266" r:id="rId8"/>
    <p:sldId id="267" r:id="rId9"/>
    <p:sldId id="269" r:id="rId10"/>
    <p:sldId id="268" r:id="rId11"/>
    <p:sldId id="257" r:id="rId12"/>
    <p:sldId id="258" r:id="rId13"/>
    <p:sldId id="259" r:id="rId14"/>
    <p:sldId id="260" r:id="rId15"/>
  </p:sldIdLst>
  <p:sldSz cx="1081405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103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9DFCFE-27DA-48B2-9B07-B4C20CD6C499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95363" y="1143000"/>
            <a:ext cx="48672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CN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1E944E-3654-452D-9BBA-0D643D0DFA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9630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mtClean="0"/>
              <a:t>HoI4 national flag size: 82x52, 41x26, 10x7</a:t>
            </a:r>
            <a:endParaRPr lang="zh-CN" altLang="en-US" smtClean="0"/>
          </a:p>
          <a:p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41E944E-3654-452D-9BBA-0D643D0DFAC8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42929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mtClean="0"/>
              <a:t>HoI4 national flag size: 82x52, 41x26, 10x7</a:t>
            </a:r>
            <a:endParaRPr lang="zh-CN" altLang="en-US" smtClean="0"/>
          </a:p>
          <a:p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41E944E-3654-452D-9BBA-0D643D0DFAC8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73877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mtClean="0"/>
              <a:t>HoI4 national flag size: 82x52, 41x26, 10x7</a:t>
            </a:r>
            <a:endParaRPr lang="zh-CN" altLang="en-US" smtClean="0"/>
          </a:p>
          <a:p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41E944E-3654-452D-9BBA-0D643D0DFAC8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98741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mtClean="0"/>
              <a:t>HoI4 national flag size: 82x52, 41x26, 10x7</a:t>
            </a:r>
            <a:endParaRPr lang="zh-CN" altLang="en-US" smtClean="0"/>
          </a:p>
          <a:p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41E944E-3654-452D-9BBA-0D643D0DFAC8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03417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mtClean="0"/>
              <a:t>HoI4 national flag size: 82x52, 41x26, 10x7</a:t>
            </a:r>
            <a:endParaRPr lang="zh-CN" altLang="en-US" smtClean="0"/>
          </a:p>
          <a:p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41E944E-3654-452D-9BBA-0D643D0DFAC8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12832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mtClean="0"/>
              <a:t>HoI4 national flag size: 82x52, 41x26, 10x7</a:t>
            </a:r>
            <a:endParaRPr lang="zh-CN" altLang="en-US" smtClean="0"/>
          </a:p>
          <a:p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41E944E-3654-452D-9BBA-0D643D0DFAC8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40836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mtClean="0"/>
              <a:t>HoI4 national flag size: 82x52, 41x26, 10x7</a:t>
            </a:r>
            <a:endParaRPr lang="zh-CN" altLang="en-US" smtClean="0"/>
          </a:p>
          <a:p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41E944E-3654-452D-9BBA-0D643D0DFAC8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30133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mtClean="0"/>
              <a:t>HoI4 national flag size: 82x52, 41x26, 10x7</a:t>
            </a:r>
            <a:endParaRPr lang="zh-CN" altLang="en-US" smtClean="0"/>
          </a:p>
          <a:p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41E944E-3654-452D-9BBA-0D643D0DFAC8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66325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mtClean="0"/>
              <a:t>HoI4 national flag size: 82x52, 41x26, 10x7</a:t>
            </a:r>
            <a:endParaRPr lang="zh-CN" altLang="en-US" smtClean="0"/>
          </a:p>
          <a:p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41E944E-3654-452D-9BBA-0D643D0DFAC8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50315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mtClean="0"/>
              <a:t>HoI4 national flag size: 82x52, 41x26, 10x7</a:t>
            </a:r>
            <a:endParaRPr lang="zh-CN" altLang="en-US" smtClean="0"/>
          </a:p>
          <a:p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41E944E-3654-452D-9BBA-0D643D0DFAC8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94307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1756" y="1122363"/>
            <a:ext cx="8110538" cy="2387600"/>
          </a:xfrm>
        </p:spPr>
        <p:txBody>
          <a:bodyPr anchor="b"/>
          <a:lstStyle>
            <a:lvl1pPr algn="ctr">
              <a:defRPr sz="5322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51756" y="3602038"/>
            <a:ext cx="8110538" cy="1655762"/>
          </a:xfrm>
        </p:spPr>
        <p:txBody>
          <a:bodyPr/>
          <a:lstStyle>
            <a:lvl1pPr marL="0" indent="0" algn="ctr">
              <a:buNone/>
              <a:defRPr sz="2129"/>
            </a:lvl1pPr>
            <a:lvl2pPr marL="405536" indent="0" algn="ctr">
              <a:buNone/>
              <a:defRPr sz="1774"/>
            </a:lvl2pPr>
            <a:lvl3pPr marL="811073" indent="0" algn="ctr">
              <a:buNone/>
              <a:defRPr sz="1597"/>
            </a:lvl3pPr>
            <a:lvl4pPr marL="1216609" indent="0" algn="ctr">
              <a:buNone/>
              <a:defRPr sz="1419"/>
            </a:lvl4pPr>
            <a:lvl5pPr marL="1622146" indent="0" algn="ctr">
              <a:buNone/>
              <a:defRPr sz="1419"/>
            </a:lvl5pPr>
            <a:lvl6pPr marL="2027682" indent="0" algn="ctr">
              <a:buNone/>
              <a:defRPr sz="1419"/>
            </a:lvl6pPr>
            <a:lvl7pPr marL="2433218" indent="0" algn="ctr">
              <a:buNone/>
              <a:defRPr sz="1419"/>
            </a:lvl7pPr>
            <a:lvl8pPr marL="2838755" indent="0" algn="ctr">
              <a:buNone/>
              <a:defRPr sz="1419"/>
            </a:lvl8pPr>
            <a:lvl9pPr marL="3244291" indent="0" algn="ctr">
              <a:buNone/>
              <a:defRPr sz="1419"/>
            </a:lvl9pPr>
          </a:lstStyle>
          <a:p>
            <a:r>
              <a:rPr lang="zh-TW" altLang="en-US" smtClean="0"/>
              <a:t>按一下以編輯母片副標題樣式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080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3268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7834" y="1709739"/>
            <a:ext cx="9327118" cy="2852737"/>
          </a:xfrm>
        </p:spPr>
        <p:txBody>
          <a:bodyPr anchor="b"/>
          <a:lstStyle>
            <a:lvl1pPr>
              <a:defRPr sz="5322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7834" y="4589464"/>
            <a:ext cx="9327118" cy="1500187"/>
          </a:xfrm>
        </p:spPr>
        <p:txBody>
          <a:bodyPr/>
          <a:lstStyle>
            <a:lvl1pPr marL="0" indent="0">
              <a:buNone/>
              <a:defRPr sz="2129">
                <a:solidFill>
                  <a:schemeClr val="tx1">
                    <a:tint val="75000"/>
                  </a:schemeClr>
                </a:solidFill>
              </a:defRPr>
            </a:lvl1pPr>
            <a:lvl2pPr marL="405536" indent="0">
              <a:buNone/>
              <a:defRPr sz="1774">
                <a:solidFill>
                  <a:schemeClr val="tx1">
                    <a:tint val="75000"/>
                  </a:schemeClr>
                </a:solidFill>
              </a:defRPr>
            </a:lvl2pPr>
            <a:lvl3pPr marL="811073" indent="0">
              <a:buNone/>
              <a:defRPr sz="1597">
                <a:solidFill>
                  <a:schemeClr val="tx1">
                    <a:tint val="75000"/>
                  </a:schemeClr>
                </a:solidFill>
              </a:defRPr>
            </a:lvl3pPr>
            <a:lvl4pPr marL="1216609" indent="0">
              <a:buNone/>
              <a:defRPr sz="1419">
                <a:solidFill>
                  <a:schemeClr val="tx1">
                    <a:tint val="75000"/>
                  </a:schemeClr>
                </a:solidFill>
              </a:defRPr>
            </a:lvl4pPr>
            <a:lvl5pPr marL="1622146" indent="0">
              <a:buNone/>
              <a:defRPr sz="1419">
                <a:solidFill>
                  <a:schemeClr val="tx1">
                    <a:tint val="75000"/>
                  </a:schemeClr>
                </a:solidFill>
              </a:defRPr>
            </a:lvl5pPr>
            <a:lvl6pPr marL="2027682" indent="0">
              <a:buNone/>
              <a:defRPr sz="1419">
                <a:solidFill>
                  <a:schemeClr val="tx1">
                    <a:tint val="75000"/>
                  </a:schemeClr>
                </a:solidFill>
              </a:defRPr>
            </a:lvl6pPr>
            <a:lvl7pPr marL="2433218" indent="0">
              <a:buNone/>
              <a:defRPr sz="1419">
                <a:solidFill>
                  <a:schemeClr val="tx1">
                    <a:tint val="75000"/>
                  </a:schemeClr>
                </a:solidFill>
              </a:defRPr>
            </a:lvl7pPr>
            <a:lvl8pPr marL="2838755" indent="0">
              <a:buNone/>
              <a:defRPr sz="1419">
                <a:solidFill>
                  <a:schemeClr val="tx1">
                    <a:tint val="75000"/>
                  </a:schemeClr>
                </a:solidFill>
              </a:defRPr>
            </a:lvl8pPr>
            <a:lvl9pPr marL="3244291" indent="0">
              <a:buNone/>
              <a:defRPr sz="141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19365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43466" y="1825625"/>
            <a:ext cx="4595971" cy="435133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74613" y="1825625"/>
            <a:ext cx="4595971" cy="435133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944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4875" y="365126"/>
            <a:ext cx="9327118" cy="1325563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4875" y="1681163"/>
            <a:ext cx="4574850" cy="823912"/>
          </a:xfrm>
        </p:spPr>
        <p:txBody>
          <a:bodyPr anchor="b"/>
          <a:lstStyle>
            <a:lvl1pPr marL="0" indent="0">
              <a:buNone/>
              <a:defRPr sz="2129" b="1"/>
            </a:lvl1pPr>
            <a:lvl2pPr marL="405536" indent="0">
              <a:buNone/>
              <a:defRPr sz="1774" b="1"/>
            </a:lvl2pPr>
            <a:lvl3pPr marL="811073" indent="0">
              <a:buNone/>
              <a:defRPr sz="1597" b="1"/>
            </a:lvl3pPr>
            <a:lvl4pPr marL="1216609" indent="0">
              <a:buNone/>
              <a:defRPr sz="1419" b="1"/>
            </a:lvl4pPr>
            <a:lvl5pPr marL="1622146" indent="0">
              <a:buNone/>
              <a:defRPr sz="1419" b="1"/>
            </a:lvl5pPr>
            <a:lvl6pPr marL="2027682" indent="0">
              <a:buNone/>
              <a:defRPr sz="1419" b="1"/>
            </a:lvl6pPr>
            <a:lvl7pPr marL="2433218" indent="0">
              <a:buNone/>
              <a:defRPr sz="1419" b="1"/>
            </a:lvl7pPr>
            <a:lvl8pPr marL="2838755" indent="0">
              <a:buNone/>
              <a:defRPr sz="1419" b="1"/>
            </a:lvl8pPr>
            <a:lvl9pPr marL="3244291" indent="0">
              <a:buNone/>
              <a:defRPr sz="1419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4875" y="2505075"/>
            <a:ext cx="4574850" cy="368458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74613" y="1681163"/>
            <a:ext cx="4597380" cy="823912"/>
          </a:xfrm>
        </p:spPr>
        <p:txBody>
          <a:bodyPr anchor="b"/>
          <a:lstStyle>
            <a:lvl1pPr marL="0" indent="0">
              <a:buNone/>
              <a:defRPr sz="2129" b="1"/>
            </a:lvl1pPr>
            <a:lvl2pPr marL="405536" indent="0">
              <a:buNone/>
              <a:defRPr sz="1774" b="1"/>
            </a:lvl2pPr>
            <a:lvl3pPr marL="811073" indent="0">
              <a:buNone/>
              <a:defRPr sz="1597" b="1"/>
            </a:lvl3pPr>
            <a:lvl4pPr marL="1216609" indent="0">
              <a:buNone/>
              <a:defRPr sz="1419" b="1"/>
            </a:lvl4pPr>
            <a:lvl5pPr marL="1622146" indent="0">
              <a:buNone/>
              <a:defRPr sz="1419" b="1"/>
            </a:lvl5pPr>
            <a:lvl6pPr marL="2027682" indent="0">
              <a:buNone/>
              <a:defRPr sz="1419" b="1"/>
            </a:lvl6pPr>
            <a:lvl7pPr marL="2433218" indent="0">
              <a:buNone/>
              <a:defRPr sz="1419" b="1"/>
            </a:lvl7pPr>
            <a:lvl8pPr marL="2838755" indent="0">
              <a:buNone/>
              <a:defRPr sz="1419" b="1"/>
            </a:lvl8pPr>
            <a:lvl9pPr marL="3244291" indent="0">
              <a:buNone/>
              <a:defRPr sz="1419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74613" y="2505075"/>
            <a:ext cx="4597380" cy="368458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1927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16564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29506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4875" y="457200"/>
            <a:ext cx="3487812" cy="1600200"/>
          </a:xfrm>
        </p:spPr>
        <p:txBody>
          <a:bodyPr anchor="b"/>
          <a:lstStyle>
            <a:lvl1pPr>
              <a:defRPr sz="2838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7380" y="987426"/>
            <a:ext cx="5474613" cy="4873625"/>
          </a:xfrm>
        </p:spPr>
        <p:txBody>
          <a:bodyPr/>
          <a:lstStyle>
            <a:lvl1pPr>
              <a:defRPr sz="2838"/>
            </a:lvl1pPr>
            <a:lvl2pPr>
              <a:defRPr sz="2484"/>
            </a:lvl2pPr>
            <a:lvl3pPr>
              <a:defRPr sz="2129"/>
            </a:lvl3pPr>
            <a:lvl4pPr>
              <a:defRPr sz="1774"/>
            </a:lvl4pPr>
            <a:lvl5pPr>
              <a:defRPr sz="1774"/>
            </a:lvl5pPr>
            <a:lvl6pPr>
              <a:defRPr sz="1774"/>
            </a:lvl6pPr>
            <a:lvl7pPr>
              <a:defRPr sz="1774"/>
            </a:lvl7pPr>
            <a:lvl8pPr>
              <a:defRPr sz="1774"/>
            </a:lvl8pPr>
            <a:lvl9pPr>
              <a:defRPr sz="1774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4875" y="2057400"/>
            <a:ext cx="3487812" cy="3811588"/>
          </a:xfrm>
        </p:spPr>
        <p:txBody>
          <a:bodyPr/>
          <a:lstStyle>
            <a:lvl1pPr marL="0" indent="0">
              <a:buNone/>
              <a:defRPr sz="1419"/>
            </a:lvl1pPr>
            <a:lvl2pPr marL="405536" indent="0">
              <a:buNone/>
              <a:defRPr sz="1242"/>
            </a:lvl2pPr>
            <a:lvl3pPr marL="811073" indent="0">
              <a:buNone/>
              <a:defRPr sz="1064"/>
            </a:lvl3pPr>
            <a:lvl4pPr marL="1216609" indent="0">
              <a:buNone/>
              <a:defRPr sz="887"/>
            </a:lvl4pPr>
            <a:lvl5pPr marL="1622146" indent="0">
              <a:buNone/>
              <a:defRPr sz="887"/>
            </a:lvl5pPr>
            <a:lvl6pPr marL="2027682" indent="0">
              <a:buNone/>
              <a:defRPr sz="887"/>
            </a:lvl6pPr>
            <a:lvl7pPr marL="2433218" indent="0">
              <a:buNone/>
              <a:defRPr sz="887"/>
            </a:lvl7pPr>
            <a:lvl8pPr marL="2838755" indent="0">
              <a:buNone/>
              <a:defRPr sz="887"/>
            </a:lvl8pPr>
            <a:lvl9pPr marL="3244291" indent="0">
              <a:buNone/>
              <a:defRPr sz="887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1711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4875" y="457200"/>
            <a:ext cx="3487812" cy="1600200"/>
          </a:xfrm>
        </p:spPr>
        <p:txBody>
          <a:bodyPr anchor="b"/>
          <a:lstStyle>
            <a:lvl1pPr>
              <a:defRPr sz="2838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97380" y="987426"/>
            <a:ext cx="5474613" cy="4873625"/>
          </a:xfrm>
        </p:spPr>
        <p:txBody>
          <a:bodyPr anchor="t"/>
          <a:lstStyle>
            <a:lvl1pPr marL="0" indent="0">
              <a:buNone/>
              <a:defRPr sz="2838"/>
            </a:lvl1pPr>
            <a:lvl2pPr marL="405536" indent="0">
              <a:buNone/>
              <a:defRPr sz="2484"/>
            </a:lvl2pPr>
            <a:lvl3pPr marL="811073" indent="0">
              <a:buNone/>
              <a:defRPr sz="2129"/>
            </a:lvl3pPr>
            <a:lvl4pPr marL="1216609" indent="0">
              <a:buNone/>
              <a:defRPr sz="1774"/>
            </a:lvl4pPr>
            <a:lvl5pPr marL="1622146" indent="0">
              <a:buNone/>
              <a:defRPr sz="1774"/>
            </a:lvl5pPr>
            <a:lvl6pPr marL="2027682" indent="0">
              <a:buNone/>
              <a:defRPr sz="1774"/>
            </a:lvl6pPr>
            <a:lvl7pPr marL="2433218" indent="0">
              <a:buNone/>
              <a:defRPr sz="1774"/>
            </a:lvl7pPr>
            <a:lvl8pPr marL="2838755" indent="0">
              <a:buNone/>
              <a:defRPr sz="1774"/>
            </a:lvl8pPr>
            <a:lvl9pPr marL="3244291" indent="0">
              <a:buNone/>
              <a:defRPr sz="1774"/>
            </a:lvl9pPr>
          </a:lstStyle>
          <a:p>
            <a:r>
              <a:rPr lang="zh-TW" altLang="en-US" smtClean="0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4875" y="2057400"/>
            <a:ext cx="3487812" cy="3811588"/>
          </a:xfrm>
        </p:spPr>
        <p:txBody>
          <a:bodyPr/>
          <a:lstStyle>
            <a:lvl1pPr marL="0" indent="0">
              <a:buNone/>
              <a:defRPr sz="1419"/>
            </a:lvl1pPr>
            <a:lvl2pPr marL="405536" indent="0">
              <a:buNone/>
              <a:defRPr sz="1242"/>
            </a:lvl2pPr>
            <a:lvl3pPr marL="811073" indent="0">
              <a:buNone/>
              <a:defRPr sz="1064"/>
            </a:lvl3pPr>
            <a:lvl4pPr marL="1216609" indent="0">
              <a:buNone/>
              <a:defRPr sz="887"/>
            </a:lvl4pPr>
            <a:lvl5pPr marL="1622146" indent="0">
              <a:buNone/>
              <a:defRPr sz="887"/>
            </a:lvl5pPr>
            <a:lvl6pPr marL="2027682" indent="0">
              <a:buNone/>
              <a:defRPr sz="887"/>
            </a:lvl6pPr>
            <a:lvl7pPr marL="2433218" indent="0">
              <a:buNone/>
              <a:defRPr sz="887"/>
            </a:lvl7pPr>
            <a:lvl8pPr marL="2838755" indent="0">
              <a:buNone/>
              <a:defRPr sz="887"/>
            </a:lvl8pPr>
            <a:lvl9pPr marL="3244291" indent="0">
              <a:buNone/>
              <a:defRPr sz="887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189245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4110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738804" y="365125"/>
            <a:ext cx="2331780" cy="5811838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3466" y="365125"/>
            <a:ext cx="6860163" cy="5811838"/>
          </a:xfrm>
        </p:spPr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5296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43466" y="365126"/>
            <a:ext cx="932711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3466" y="1825625"/>
            <a:ext cx="932711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3466" y="6356351"/>
            <a:ext cx="24331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2EBBB6-B2F7-45FE-8FEE-172CAE584435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82154" y="6356351"/>
            <a:ext cx="364974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6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37423" y="6356351"/>
            <a:ext cx="24331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6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5374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811073" rtl="0" eaLnBrk="1" latinLnBrk="0" hangingPunct="1">
        <a:lnSpc>
          <a:spcPct val="90000"/>
        </a:lnSpc>
        <a:spcBef>
          <a:spcPct val="0"/>
        </a:spcBef>
        <a:buNone/>
        <a:defRPr sz="39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2768" indent="-202768" algn="l" defTabSz="811073" rtl="0" eaLnBrk="1" latinLnBrk="0" hangingPunct="1">
        <a:lnSpc>
          <a:spcPct val="90000"/>
        </a:lnSpc>
        <a:spcBef>
          <a:spcPts val="887"/>
        </a:spcBef>
        <a:buFont typeface="Arial" panose="020B0604020202020204" pitchFamily="34" charset="0"/>
        <a:buChar char="•"/>
        <a:defRPr sz="2484" kern="1200">
          <a:solidFill>
            <a:schemeClr val="tx1"/>
          </a:solidFill>
          <a:latin typeface="+mn-lt"/>
          <a:ea typeface="+mn-ea"/>
          <a:cs typeface="+mn-cs"/>
        </a:defRPr>
      </a:lvl1pPr>
      <a:lvl2pPr marL="608305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2129" kern="1200">
          <a:solidFill>
            <a:schemeClr val="tx1"/>
          </a:solidFill>
          <a:latin typeface="+mn-lt"/>
          <a:ea typeface="+mn-ea"/>
          <a:cs typeface="+mn-cs"/>
        </a:defRPr>
      </a:lvl2pPr>
      <a:lvl3pPr marL="1013841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774" kern="1200">
          <a:solidFill>
            <a:schemeClr val="tx1"/>
          </a:solidFill>
          <a:latin typeface="+mn-lt"/>
          <a:ea typeface="+mn-ea"/>
          <a:cs typeface="+mn-cs"/>
        </a:defRPr>
      </a:lvl3pPr>
      <a:lvl4pPr marL="1419377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597" kern="1200">
          <a:solidFill>
            <a:schemeClr val="tx1"/>
          </a:solidFill>
          <a:latin typeface="+mn-lt"/>
          <a:ea typeface="+mn-ea"/>
          <a:cs typeface="+mn-cs"/>
        </a:defRPr>
      </a:lvl4pPr>
      <a:lvl5pPr marL="1824914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597" kern="1200">
          <a:solidFill>
            <a:schemeClr val="tx1"/>
          </a:solidFill>
          <a:latin typeface="+mn-lt"/>
          <a:ea typeface="+mn-ea"/>
          <a:cs typeface="+mn-cs"/>
        </a:defRPr>
      </a:lvl5pPr>
      <a:lvl6pPr marL="2230450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597" kern="1200">
          <a:solidFill>
            <a:schemeClr val="tx1"/>
          </a:solidFill>
          <a:latin typeface="+mn-lt"/>
          <a:ea typeface="+mn-ea"/>
          <a:cs typeface="+mn-cs"/>
        </a:defRPr>
      </a:lvl6pPr>
      <a:lvl7pPr marL="2635987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597" kern="1200">
          <a:solidFill>
            <a:schemeClr val="tx1"/>
          </a:solidFill>
          <a:latin typeface="+mn-lt"/>
          <a:ea typeface="+mn-ea"/>
          <a:cs typeface="+mn-cs"/>
        </a:defRPr>
      </a:lvl7pPr>
      <a:lvl8pPr marL="3041523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597" kern="1200">
          <a:solidFill>
            <a:schemeClr val="tx1"/>
          </a:solidFill>
          <a:latin typeface="+mn-lt"/>
          <a:ea typeface="+mn-ea"/>
          <a:cs typeface="+mn-cs"/>
        </a:defRPr>
      </a:lvl8pPr>
      <a:lvl9pPr marL="3447059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59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1pPr>
      <a:lvl2pPr marL="405536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2pPr>
      <a:lvl3pPr marL="811073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3pPr>
      <a:lvl4pPr marL="1216609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4pPr>
      <a:lvl5pPr marL="1622146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5pPr>
      <a:lvl6pPr marL="2027682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6pPr>
      <a:lvl7pPr marL="2433218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7pPr>
      <a:lvl8pPr marL="2838755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8pPr>
      <a:lvl9pPr marL="3244291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0"/>
            <a:ext cx="10814050" cy="6858000"/>
          </a:xfrm>
          <a:prstGeom prst="rect">
            <a:avLst/>
          </a:prstGeom>
          <a:solidFill>
            <a:srgbClr val="FE000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0" y="0"/>
            <a:ext cx="5407200" cy="3430800"/>
          </a:xfrm>
          <a:prstGeom prst="rect">
            <a:avLst/>
          </a:prstGeom>
          <a:solidFill>
            <a:srgbClr val="0000A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" name="群組 6"/>
          <p:cNvGrpSpPr/>
          <p:nvPr/>
        </p:nvGrpSpPr>
        <p:grpSpPr>
          <a:xfrm>
            <a:off x="1404390" y="416190"/>
            <a:ext cx="2598419" cy="2598419"/>
            <a:chOff x="3238500" y="571501"/>
            <a:chExt cx="5715000" cy="5714999"/>
          </a:xfrm>
        </p:grpSpPr>
        <p:sp>
          <p:nvSpPr>
            <p:cNvPr id="8" name="手繪多邊形 7"/>
            <p:cNvSpPr/>
            <p:nvPr/>
          </p:nvSpPr>
          <p:spPr>
            <a:xfrm>
              <a:off x="3238500" y="571501"/>
              <a:ext cx="5715000" cy="5714999"/>
            </a:xfrm>
            <a:custGeom>
              <a:avLst/>
              <a:gdLst>
                <a:gd name="connsiteX0" fmla="*/ 2509980 w 5715000"/>
                <a:gd name="connsiteY0" fmla="*/ 4439178 h 5714999"/>
                <a:gd name="connsiteX1" fmla="*/ 2531014 w 5715000"/>
                <a:gd name="connsiteY1" fmla="*/ 4444587 h 5714999"/>
                <a:gd name="connsiteX2" fmla="*/ 2857500 w 5715000"/>
                <a:gd name="connsiteY2" fmla="*/ 4477499 h 5714999"/>
                <a:gd name="connsiteX3" fmla="*/ 3183987 w 5715000"/>
                <a:gd name="connsiteY3" fmla="*/ 4444587 h 5714999"/>
                <a:gd name="connsiteX4" fmla="*/ 3205020 w 5715000"/>
                <a:gd name="connsiteY4" fmla="*/ 4439178 h 5714999"/>
                <a:gd name="connsiteX5" fmla="*/ 2857500 w 5715000"/>
                <a:gd name="connsiteY5" fmla="*/ 5714999 h 5714999"/>
                <a:gd name="connsiteX6" fmla="*/ 3948943 w 5715000"/>
                <a:gd name="connsiteY6" fmla="*/ 4052155 h 5714999"/>
                <a:gd name="connsiteX7" fmla="*/ 4286250 w 5715000"/>
                <a:gd name="connsiteY7" fmla="*/ 5332167 h 5714999"/>
                <a:gd name="connsiteX8" fmla="*/ 3347861 w 5715000"/>
                <a:gd name="connsiteY8" fmla="*/ 4401512 h 5714999"/>
                <a:gd name="connsiteX9" fmla="*/ 3488077 w 5715000"/>
                <a:gd name="connsiteY9" fmla="*/ 4350192 h 5714999"/>
                <a:gd name="connsiteX10" fmla="*/ 3887970 w 5715000"/>
                <a:gd name="connsiteY10" fmla="*/ 4107570 h 5714999"/>
                <a:gd name="connsiteX11" fmla="*/ 1766057 w 5715000"/>
                <a:gd name="connsiteY11" fmla="*/ 4052154 h 5714999"/>
                <a:gd name="connsiteX12" fmla="*/ 1827030 w 5715000"/>
                <a:gd name="connsiteY12" fmla="*/ 4107570 h 5714999"/>
                <a:gd name="connsiteX13" fmla="*/ 2226923 w 5715000"/>
                <a:gd name="connsiteY13" fmla="*/ 4350192 h 5714999"/>
                <a:gd name="connsiteX14" fmla="*/ 2367139 w 5715000"/>
                <a:gd name="connsiteY14" fmla="*/ 4401511 h 5714999"/>
                <a:gd name="connsiteX15" fmla="*/ 1428749 w 5715000"/>
                <a:gd name="connsiteY15" fmla="*/ 5332167 h 5714999"/>
                <a:gd name="connsiteX16" fmla="*/ 4401512 w 5715000"/>
                <a:gd name="connsiteY16" fmla="*/ 3347860 h 5714999"/>
                <a:gd name="connsiteX17" fmla="*/ 5332166 w 5715000"/>
                <a:gd name="connsiteY17" fmla="*/ 4286249 h 5714999"/>
                <a:gd name="connsiteX18" fmla="*/ 4052155 w 5715000"/>
                <a:gd name="connsiteY18" fmla="*/ 3948942 h 5714999"/>
                <a:gd name="connsiteX19" fmla="*/ 4107571 w 5715000"/>
                <a:gd name="connsiteY19" fmla="*/ 3887970 h 5714999"/>
                <a:gd name="connsiteX20" fmla="*/ 4350193 w 5715000"/>
                <a:gd name="connsiteY20" fmla="*/ 3488076 h 5714999"/>
                <a:gd name="connsiteX21" fmla="*/ 1313488 w 5715000"/>
                <a:gd name="connsiteY21" fmla="*/ 3347859 h 5714999"/>
                <a:gd name="connsiteX22" fmla="*/ 1364808 w 5715000"/>
                <a:gd name="connsiteY22" fmla="*/ 3488076 h 5714999"/>
                <a:gd name="connsiteX23" fmla="*/ 1607430 w 5715000"/>
                <a:gd name="connsiteY23" fmla="*/ 3887970 h 5714999"/>
                <a:gd name="connsiteX24" fmla="*/ 1662845 w 5715000"/>
                <a:gd name="connsiteY24" fmla="*/ 3948941 h 5714999"/>
                <a:gd name="connsiteX25" fmla="*/ 382831 w 5715000"/>
                <a:gd name="connsiteY25" fmla="*/ 4286249 h 5714999"/>
                <a:gd name="connsiteX26" fmla="*/ 4439179 w 5715000"/>
                <a:gd name="connsiteY26" fmla="*/ 2509980 h 5714999"/>
                <a:gd name="connsiteX27" fmla="*/ 5715000 w 5715000"/>
                <a:gd name="connsiteY27" fmla="*/ 2857500 h 5714999"/>
                <a:gd name="connsiteX28" fmla="*/ 4439179 w 5715000"/>
                <a:gd name="connsiteY28" fmla="*/ 3205020 h 5714999"/>
                <a:gd name="connsiteX29" fmla="*/ 4444588 w 5715000"/>
                <a:gd name="connsiteY29" fmla="*/ 3183986 h 5714999"/>
                <a:gd name="connsiteX30" fmla="*/ 4477500 w 5715000"/>
                <a:gd name="connsiteY30" fmla="*/ 2857499 h 5714999"/>
                <a:gd name="connsiteX31" fmla="*/ 4444588 w 5715000"/>
                <a:gd name="connsiteY31" fmla="*/ 2531013 h 5714999"/>
                <a:gd name="connsiteX32" fmla="*/ 1275821 w 5715000"/>
                <a:gd name="connsiteY32" fmla="*/ 2509980 h 5714999"/>
                <a:gd name="connsiteX33" fmla="*/ 1270413 w 5715000"/>
                <a:gd name="connsiteY33" fmla="*/ 2531013 h 5714999"/>
                <a:gd name="connsiteX34" fmla="*/ 1237500 w 5715000"/>
                <a:gd name="connsiteY34" fmla="*/ 2857499 h 5714999"/>
                <a:gd name="connsiteX35" fmla="*/ 1270413 w 5715000"/>
                <a:gd name="connsiteY35" fmla="*/ 3183986 h 5714999"/>
                <a:gd name="connsiteX36" fmla="*/ 1275821 w 5715000"/>
                <a:gd name="connsiteY36" fmla="*/ 3205020 h 5714999"/>
                <a:gd name="connsiteX37" fmla="*/ 0 w 5715000"/>
                <a:gd name="connsiteY37" fmla="*/ 2857500 h 5714999"/>
                <a:gd name="connsiteX38" fmla="*/ 5332166 w 5715000"/>
                <a:gd name="connsiteY38" fmla="*/ 1428750 h 5714999"/>
                <a:gd name="connsiteX39" fmla="*/ 4401512 w 5715000"/>
                <a:gd name="connsiteY39" fmla="*/ 2367137 h 5714999"/>
                <a:gd name="connsiteX40" fmla="*/ 4350193 w 5715000"/>
                <a:gd name="connsiteY40" fmla="*/ 2226922 h 5714999"/>
                <a:gd name="connsiteX41" fmla="*/ 4107571 w 5715000"/>
                <a:gd name="connsiteY41" fmla="*/ 1827029 h 5714999"/>
                <a:gd name="connsiteX42" fmla="*/ 4052155 w 5715000"/>
                <a:gd name="connsiteY42" fmla="*/ 1766056 h 5714999"/>
                <a:gd name="connsiteX43" fmla="*/ 382832 w 5715000"/>
                <a:gd name="connsiteY43" fmla="*/ 1428750 h 5714999"/>
                <a:gd name="connsiteX44" fmla="*/ 1662845 w 5715000"/>
                <a:gd name="connsiteY44" fmla="*/ 1766057 h 5714999"/>
                <a:gd name="connsiteX45" fmla="*/ 1607430 w 5715000"/>
                <a:gd name="connsiteY45" fmla="*/ 1827029 h 5714999"/>
                <a:gd name="connsiteX46" fmla="*/ 1364808 w 5715000"/>
                <a:gd name="connsiteY46" fmla="*/ 2226922 h 5714999"/>
                <a:gd name="connsiteX47" fmla="*/ 1313488 w 5715000"/>
                <a:gd name="connsiteY47" fmla="*/ 2367139 h 5714999"/>
                <a:gd name="connsiteX48" fmla="*/ 4286250 w 5715000"/>
                <a:gd name="connsiteY48" fmla="*/ 382832 h 5714999"/>
                <a:gd name="connsiteX49" fmla="*/ 3948943 w 5715000"/>
                <a:gd name="connsiteY49" fmla="*/ 1662844 h 5714999"/>
                <a:gd name="connsiteX50" fmla="*/ 3887970 w 5715000"/>
                <a:gd name="connsiteY50" fmla="*/ 1607429 h 5714999"/>
                <a:gd name="connsiteX51" fmla="*/ 3488077 w 5715000"/>
                <a:gd name="connsiteY51" fmla="*/ 1364807 h 5714999"/>
                <a:gd name="connsiteX52" fmla="*/ 3347861 w 5715000"/>
                <a:gd name="connsiteY52" fmla="*/ 1313487 h 5714999"/>
                <a:gd name="connsiteX53" fmla="*/ 1428749 w 5715000"/>
                <a:gd name="connsiteY53" fmla="*/ 382832 h 5714999"/>
                <a:gd name="connsiteX54" fmla="*/ 2367139 w 5715000"/>
                <a:gd name="connsiteY54" fmla="*/ 1313487 h 5714999"/>
                <a:gd name="connsiteX55" fmla="*/ 2226923 w 5715000"/>
                <a:gd name="connsiteY55" fmla="*/ 1364807 h 5714999"/>
                <a:gd name="connsiteX56" fmla="*/ 1827030 w 5715000"/>
                <a:gd name="connsiteY56" fmla="*/ 1607429 h 5714999"/>
                <a:gd name="connsiteX57" fmla="*/ 1766057 w 5715000"/>
                <a:gd name="connsiteY57" fmla="*/ 1662845 h 5714999"/>
                <a:gd name="connsiteX58" fmla="*/ 2857500 w 5715000"/>
                <a:gd name="connsiteY58" fmla="*/ 0 h 5714999"/>
                <a:gd name="connsiteX59" fmla="*/ 3205019 w 5715000"/>
                <a:gd name="connsiteY59" fmla="*/ 1275820 h 5714999"/>
                <a:gd name="connsiteX60" fmla="*/ 3183987 w 5715000"/>
                <a:gd name="connsiteY60" fmla="*/ 1270412 h 5714999"/>
                <a:gd name="connsiteX61" fmla="*/ 2857500 w 5715000"/>
                <a:gd name="connsiteY61" fmla="*/ 1237499 h 5714999"/>
                <a:gd name="connsiteX62" fmla="*/ 2531014 w 5715000"/>
                <a:gd name="connsiteY62" fmla="*/ 1270412 h 5714999"/>
                <a:gd name="connsiteX63" fmla="*/ 2509980 w 5715000"/>
                <a:gd name="connsiteY63" fmla="*/ 1275820 h 5714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5715000" h="5714999">
                  <a:moveTo>
                    <a:pt x="2509980" y="4439178"/>
                  </a:moveTo>
                  <a:lnTo>
                    <a:pt x="2531014" y="4444587"/>
                  </a:lnTo>
                  <a:cubicBezTo>
                    <a:pt x="2636472" y="4466166"/>
                    <a:pt x="2745663" y="4477499"/>
                    <a:pt x="2857500" y="4477499"/>
                  </a:cubicBezTo>
                  <a:cubicBezTo>
                    <a:pt x="2969338" y="4477499"/>
                    <a:pt x="3078529" y="4466166"/>
                    <a:pt x="3183987" y="4444587"/>
                  </a:cubicBezTo>
                  <a:lnTo>
                    <a:pt x="3205020" y="4439178"/>
                  </a:lnTo>
                  <a:lnTo>
                    <a:pt x="2857500" y="5714999"/>
                  </a:lnTo>
                  <a:close/>
                  <a:moveTo>
                    <a:pt x="3948943" y="4052155"/>
                  </a:moveTo>
                  <a:lnTo>
                    <a:pt x="4286250" y="5332167"/>
                  </a:lnTo>
                  <a:lnTo>
                    <a:pt x="3347861" y="4401512"/>
                  </a:lnTo>
                  <a:lnTo>
                    <a:pt x="3488077" y="4350192"/>
                  </a:lnTo>
                  <a:cubicBezTo>
                    <a:pt x="3633438" y="4288709"/>
                    <a:pt x="3767957" y="4206614"/>
                    <a:pt x="3887970" y="4107570"/>
                  </a:cubicBezTo>
                  <a:close/>
                  <a:moveTo>
                    <a:pt x="1766057" y="4052154"/>
                  </a:moveTo>
                  <a:lnTo>
                    <a:pt x="1827030" y="4107570"/>
                  </a:lnTo>
                  <a:cubicBezTo>
                    <a:pt x="1947044" y="4206614"/>
                    <a:pt x="2081563" y="4288709"/>
                    <a:pt x="2226923" y="4350192"/>
                  </a:cubicBezTo>
                  <a:lnTo>
                    <a:pt x="2367139" y="4401511"/>
                  </a:lnTo>
                  <a:lnTo>
                    <a:pt x="1428749" y="5332167"/>
                  </a:lnTo>
                  <a:close/>
                  <a:moveTo>
                    <a:pt x="4401512" y="3347860"/>
                  </a:moveTo>
                  <a:lnTo>
                    <a:pt x="5332166" y="4286249"/>
                  </a:lnTo>
                  <a:lnTo>
                    <a:pt x="4052155" y="3948942"/>
                  </a:lnTo>
                  <a:lnTo>
                    <a:pt x="4107571" y="3887970"/>
                  </a:lnTo>
                  <a:cubicBezTo>
                    <a:pt x="4206615" y="3767956"/>
                    <a:pt x="4288710" y="3633437"/>
                    <a:pt x="4350193" y="3488076"/>
                  </a:cubicBezTo>
                  <a:close/>
                  <a:moveTo>
                    <a:pt x="1313488" y="3347859"/>
                  </a:moveTo>
                  <a:lnTo>
                    <a:pt x="1364808" y="3488076"/>
                  </a:lnTo>
                  <a:cubicBezTo>
                    <a:pt x="1426290" y="3633437"/>
                    <a:pt x="1508386" y="3767956"/>
                    <a:pt x="1607430" y="3887970"/>
                  </a:cubicBezTo>
                  <a:lnTo>
                    <a:pt x="1662845" y="3948941"/>
                  </a:lnTo>
                  <a:lnTo>
                    <a:pt x="382831" y="4286249"/>
                  </a:lnTo>
                  <a:close/>
                  <a:moveTo>
                    <a:pt x="4439179" y="2509980"/>
                  </a:moveTo>
                  <a:lnTo>
                    <a:pt x="5715000" y="2857500"/>
                  </a:lnTo>
                  <a:lnTo>
                    <a:pt x="4439179" y="3205020"/>
                  </a:lnTo>
                  <a:lnTo>
                    <a:pt x="4444588" y="3183986"/>
                  </a:lnTo>
                  <a:cubicBezTo>
                    <a:pt x="4466167" y="3078527"/>
                    <a:pt x="4477500" y="2969337"/>
                    <a:pt x="4477500" y="2857499"/>
                  </a:cubicBezTo>
                  <a:cubicBezTo>
                    <a:pt x="4477500" y="2745662"/>
                    <a:pt x="4466167" y="2636471"/>
                    <a:pt x="4444588" y="2531013"/>
                  </a:cubicBezTo>
                  <a:close/>
                  <a:moveTo>
                    <a:pt x="1275821" y="2509980"/>
                  </a:moveTo>
                  <a:lnTo>
                    <a:pt x="1270413" y="2531013"/>
                  </a:lnTo>
                  <a:cubicBezTo>
                    <a:pt x="1248833" y="2636471"/>
                    <a:pt x="1237500" y="2745662"/>
                    <a:pt x="1237500" y="2857499"/>
                  </a:cubicBezTo>
                  <a:cubicBezTo>
                    <a:pt x="1237500" y="2969337"/>
                    <a:pt x="1248833" y="3078527"/>
                    <a:pt x="1270413" y="3183986"/>
                  </a:cubicBezTo>
                  <a:lnTo>
                    <a:pt x="1275821" y="3205020"/>
                  </a:lnTo>
                  <a:lnTo>
                    <a:pt x="0" y="2857500"/>
                  </a:lnTo>
                  <a:close/>
                  <a:moveTo>
                    <a:pt x="5332166" y="1428750"/>
                  </a:moveTo>
                  <a:lnTo>
                    <a:pt x="4401512" y="2367137"/>
                  </a:lnTo>
                  <a:lnTo>
                    <a:pt x="4350193" y="2226922"/>
                  </a:lnTo>
                  <a:cubicBezTo>
                    <a:pt x="4288710" y="2081562"/>
                    <a:pt x="4206615" y="1947042"/>
                    <a:pt x="4107571" y="1827029"/>
                  </a:cubicBezTo>
                  <a:lnTo>
                    <a:pt x="4052155" y="1766056"/>
                  </a:lnTo>
                  <a:close/>
                  <a:moveTo>
                    <a:pt x="382832" y="1428750"/>
                  </a:moveTo>
                  <a:lnTo>
                    <a:pt x="1662845" y="1766057"/>
                  </a:lnTo>
                  <a:lnTo>
                    <a:pt x="1607430" y="1827029"/>
                  </a:lnTo>
                  <a:cubicBezTo>
                    <a:pt x="1508386" y="1947042"/>
                    <a:pt x="1426290" y="2081562"/>
                    <a:pt x="1364808" y="2226922"/>
                  </a:cubicBezTo>
                  <a:lnTo>
                    <a:pt x="1313488" y="2367139"/>
                  </a:lnTo>
                  <a:close/>
                  <a:moveTo>
                    <a:pt x="4286250" y="382832"/>
                  </a:moveTo>
                  <a:lnTo>
                    <a:pt x="3948943" y="1662844"/>
                  </a:lnTo>
                  <a:lnTo>
                    <a:pt x="3887970" y="1607429"/>
                  </a:lnTo>
                  <a:cubicBezTo>
                    <a:pt x="3767957" y="1508385"/>
                    <a:pt x="3633438" y="1426289"/>
                    <a:pt x="3488077" y="1364807"/>
                  </a:cubicBezTo>
                  <a:lnTo>
                    <a:pt x="3347861" y="1313487"/>
                  </a:lnTo>
                  <a:close/>
                  <a:moveTo>
                    <a:pt x="1428749" y="382832"/>
                  </a:moveTo>
                  <a:lnTo>
                    <a:pt x="2367139" y="1313487"/>
                  </a:lnTo>
                  <a:lnTo>
                    <a:pt x="2226923" y="1364807"/>
                  </a:lnTo>
                  <a:cubicBezTo>
                    <a:pt x="2081563" y="1426289"/>
                    <a:pt x="1947044" y="1508385"/>
                    <a:pt x="1827030" y="1607429"/>
                  </a:cubicBezTo>
                  <a:lnTo>
                    <a:pt x="1766057" y="1662845"/>
                  </a:lnTo>
                  <a:close/>
                  <a:moveTo>
                    <a:pt x="2857500" y="0"/>
                  </a:moveTo>
                  <a:lnTo>
                    <a:pt x="3205019" y="1275820"/>
                  </a:lnTo>
                  <a:lnTo>
                    <a:pt x="3183987" y="1270412"/>
                  </a:lnTo>
                  <a:cubicBezTo>
                    <a:pt x="3078529" y="1248832"/>
                    <a:pt x="2969338" y="1237499"/>
                    <a:pt x="2857500" y="1237499"/>
                  </a:cubicBezTo>
                  <a:cubicBezTo>
                    <a:pt x="2745663" y="1237499"/>
                    <a:pt x="2636472" y="1248832"/>
                    <a:pt x="2531014" y="1270412"/>
                  </a:cubicBezTo>
                  <a:lnTo>
                    <a:pt x="2509980" y="1275820"/>
                  </a:lnTo>
                  <a:close/>
                </a:path>
              </a:pathLst>
            </a:cu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橢圓 8"/>
            <p:cNvSpPr/>
            <p:nvPr/>
          </p:nvSpPr>
          <p:spPr>
            <a:xfrm>
              <a:off x="4656000" y="1989000"/>
              <a:ext cx="2880000" cy="288000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2938297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976050" y="0"/>
            <a:ext cx="8838000" cy="6858000"/>
          </a:xfrm>
          <a:prstGeom prst="rect">
            <a:avLst/>
          </a:prstGeom>
          <a:solidFill>
            <a:srgbClr val="FE000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1976050" y="0"/>
            <a:ext cx="3431150" cy="3430800"/>
          </a:xfrm>
          <a:prstGeom prst="rect">
            <a:avLst/>
          </a:prstGeom>
          <a:solidFill>
            <a:srgbClr val="0000A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" name="群組 6"/>
          <p:cNvGrpSpPr/>
          <p:nvPr/>
        </p:nvGrpSpPr>
        <p:grpSpPr>
          <a:xfrm>
            <a:off x="2392415" y="416190"/>
            <a:ext cx="2598419" cy="2598419"/>
            <a:chOff x="3238500" y="571501"/>
            <a:chExt cx="5715000" cy="5714999"/>
          </a:xfrm>
        </p:grpSpPr>
        <p:sp>
          <p:nvSpPr>
            <p:cNvPr id="8" name="手繪多邊形 7"/>
            <p:cNvSpPr/>
            <p:nvPr/>
          </p:nvSpPr>
          <p:spPr>
            <a:xfrm>
              <a:off x="3238500" y="571501"/>
              <a:ext cx="5715000" cy="5714999"/>
            </a:xfrm>
            <a:custGeom>
              <a:avLst/>
              <a:gdLst>
                <a:gd name="connsiteX0" fmla="*/ 2509980 w 5715000"/>
                <a:gd name="connsiteY0" fmla="*/ 4439178 h 5714999"/>
                <a:gd name="connsiteX1" fmla="*/ 2531014 w 5715000"/>
                <a:gd name="connsiteY1" fmla="*/ 4444587 h 5714999"/>
                <a:gd name="connsiteX2" fmla="*/ 2857500 w 5715000"/>
                <a:gd name="connsiteY2" fmla="*/ 4477499 h 5714999"/>
                <a:gd name="connsiteX3" fmla="*/ 3183987 w 5715000"/>
                <a:gd name="connsiteY3" fmla="*/ 4444587 h 5714999"/>
                <a:gd name="connsiteX4" fmla="*/ 3205020 w 5715000"/>
                <a:gd name="connsiteY4" fmla="*/ 4439178 h 5714999"/>
                <a:gd name="connsiteX5" fmla="*/ 2857500 w 5715000"/>
                <a:gd name="connsiteY5" fmla="*/ 5714999 h 5714999"/>
                <a:gd name="connsiteX6" fmla="*/ 3948943 w 5715000"/>
                <a:gd name="connsiteY6" fmla="*/ 4052155 h 5714999"/>
                <a:gd name="connsiteX7" fmla="*/ 4286250 w 5715000"/>
                <a:gd name="connsiteY7" fmla="*/ 5332167 h 5714999"/>
                <a:gd name="connsiteX8" fmla="*/ 3347861 w 5715000"/>
                <a:gd name="connsiteY8" fmla="*/ 4401512 h 5714999"/>
                <a:gd name="connsiteX9" fmla="*/ 3488077 w 5715000"/>
                <a:gd name="connsiteY9" fmla="*/ 4350192 h 5714999"/>
                <a:gd name="connsiteX10" fmla="*/ 3887970 w 5715000"/>
                <a:gd name="connsiteY10" fmla="*/ 4107570 h 5714999"/>
                <a:gd name="connsiteX11" fmla="*/ 1766057 w 5715000"/>
                <a:gd name="connsiteY11" fmla="*/ 4052154 h 5714999"/>
                <a:gd name="connsiteX12" fmla="*/ 1827030 w 5715000"/>
                <a:gd name="connsiteY12" fmla="*/ 4107570 h 5714999"/>
                <a:gd name="connsiteX13" fmla="*/ 2226923 w 5715000"/>
                <a:gd name="connsiteY13" fmla="*/ 4350192 h 5714999"/>
                <a:gd name="connsiteX14" fmla="*/ 2367139 w 5715000"/>
                <a:gd name="connsiteY14" fmla="*/ 4401511 h 5714999"/>
                <a:gd name="connsiteX15" fmla="*/ 1428749 w 5715000"/>
                <a:gd name="connsiteY15" fmla="*/ 5332167 h 5714999"/>
                <a:gd name="connsiteX16" fmla="*/ 4401512 w 5715000"/>
                <a:gd name="connsiteY16" fmla="*/ 3347860 h 5714999"/>
                <a:gd name="connsiteX17" fmla="*/ 5332166 w 5715000"/>
                <a:gd name="connsiteY17" fmla="*/ 4286249 h 5714999"/>
                <a:gd name="connsiteX18" fmla="*/ 4052155 w 5715000"/>
                <a:gd name="connsiteY18" fmla="*/ 3948942 h 5714999"/>
                <a:gd name="connsiteX19" fmla="*/ 4107571 w 5715000"/>
                <a:gd name="connsiteY19" fmla="*/ 3887970 h 5714999"/>
                <a:gd name="connsiteX20" fmla="*/ 4350193 w 5715000"/>
                <a:gd name="connsiteY20" fmla="*/ 3488076 h 5714999"/>
                <a:gd name="connsiteX21" fmla="*/ 1313488 w 5715000"/>
                <a:gd name="connsiteY21" fmla="*/ 3347859 h 5714999"/>
                <a:gd name="connsiteX22" fmla="*/ 1364808 w 5715000"/>
                <a:gd name="connsiteY22" fmla="*/ 3488076 h 5714999"/>
                <a:gd name="connsiteX23" fmla="*/ 1607430 w 5715000"/>
                <a:gd name="connsiteY23" fmla="*/ 3887970 h 5714999"/>
                <a:gd name="connsiteX24" fmla="*/ 1662845 w 5715000"/>
                <a:gd name="connsiteY24" fmla="*/ 3948941 h 5714999"/>
                <a:gd name="connsiteX25" fmla="*/ 382831 w 5715000"/>
                <a:gd name="connsiteY25" fmla="*/ 4286249 h 5714999"/>
                <a:gd name="connsiteX26" fmla="*/ 4439179 w 5715000"/>
                <a:gd name="connsiteY26" fmla="*/ 2509980 h 5714999"/>
                <a:gd name="connsiteX27" fmla="*/ 5715000 w 5715000"/>
                <a:gd name="connsiteY27" fmla="*/ 2857500 h 5714999"/>
                <a:gd name="connsiteX28" fmla="*/ 4439179 w 5715000"/>
                <a:gd name="connsiteY28" fmla="*/ 3205020 h 5714999"/>
                <a:gd name="connsiteX29" fmla="*/ 4444588 w 5715000"/>
                <a:gd name="connsiteY29" fmla="*/ 3183986 h 5714999"/>
                <a:gd name="connsiteX30" fmla="*/ 4477500 w 5715000"/>
                <a:gd name="connsiteY30" fmla="*/ 2857499 h 5714999"/>
                <a:gd name="connsiteX31" fmla="*/ 4444588 w 5715000"/>
                <a:gd name="connsiteY31" fmla="*/ 2531013 h 5714999"/>
                <a:gd name="connsiteX32" fmla="*/ 1275821 w 5715000"/>
                <a:gd name="connsiteY32" fmla="*/ 2509980 h 5714999"/>
                <a:gd name="connsiteX33" fmla="*/ 1270413 w 5715000"/>
                <a:gd name="connsiteY33" fmla="*/ 2531013 h 5714999"/>
                <a:gd name="connsiteX34" fmla="*/ 1237500 w 5715000"/>
                <a:gd name="connsiteY34" fmla="*/ 2857499 h 5714999"/>
                <a:gd name="connsiteX35" fmla="*/ 1270413 w 5715000"/>
                <a:gd name="connsiteY35" fmla="*/ 3183986 h 5714999"/>
                <a:gd name="connsiteX36" fmla="*/ 1275821 w 5715000"/>
                <a:gd name="connsiteY36" fmla="*/ 3205020 h 5714999"/>
                <a:gd name="connsiteX37" fmla="*/ 0 w 5715000"/>
                <a:gd name="connsiteY37" fmla="*/ 2857500 h 5714999"/>
                <a:gd name="connsiteX38" fmla="*/ 5332166 w 5715000"/>
                <a:gd name="connsiteY38" fmla="*/ 1428750 h 5714999"/>
                <a:gd name="connsiteX39" fmla="*/ 4401512 w 5715000"/>
                <a:gd name="connsiteY39" fmla="*/ 2367137 h 5714999"/>
                <a:gd name="connsiteX40" fmla="*/ 4350193 w 5715000"/>
                <a:gd name="connsiteY40" fmla="*/ 2226922 h 5714999"/>
                <a:gd name="connsiteX41" fmla="*/ 4107571 w 5715000"/>
                <a:gd name="connsiteY41" fmla="*/ 1827029 h 5714999"/>
                <a:gd name="connsiteX42" fmla="*/ 4052155 w 5715000"/>
                <a:gd name="connsiteY42" fmla="*/ 1766056 h 5714999"/>
                <a:gd name="connsiteX43" fmla="*/ 382832 w 5715000"/>
                <a:gd name="connsiteY43" fmla="*/ 1428750 h 5714999"/>
                <a:gd name="connsiteX44" fmla="*/ 1662845 w 5715000"/>
                <a:gd name="connsiteY44" fmla="*/ 1766057 h 5714999"/>
                <a:gd name="connsiteX45" fmla="*/ 1607430 w 5715000"/>
                <a:gd name="connsiteY45" fmla="*/ 1827029 h 5714999"/>
                <a:gd name="connsiteX46" fmla="*/ 1364808 w 5715000"/>
                <a:gd name="connsiteY46" fmla="*/ 2226922 h 5714999"/>
                <a:gd name="connsiteX47" fmla="*/ 1313488 w 5715000"/>
                <a:gd name="connsiteY47" fmla="*/ 2367139 h 5714999"/>
                <a:gd name="connsiteX48" fmla="*/ 4286250 w 5715000"/>
                <a:gd name="connsiteY48" fmla="*/ 382832 h 5714999"/>
                <a:gd name="connsiteX49" fmla="*/ 3948943 w 5715000"/>
                <a:gd name="connsiteY49" fmla="*/ 1662844 h 5714999"/>
                <a:gd name="connsiteX50" fmla="*/ 3887970 w 5715000"/>
                <a:gd name="connsiteY50" fmla="*/ 1607429 h 5714999"/>
                <a:gd name="connsiteX51" fmla="*/ 3488077 w 5715000"/>
                <a:gd name="connsiteY51" fmla="*/ 1364807 h 5714999"/>
                <a:gd name="connsiteX52" fmla="*/ 3347861 w 5715000"/>
                <a:gd name="connsiteY52" fmla="*/ 1313487 h 5714999"/>
                <a:gd name="connsiteX53" fmla="*/ 1428749 w 5715000"/>
                <a:gd name="connsiteY53" fmla="*/ 382832 h 5714999"/>
                <a:gd name="connsiteX54" fmla="*/ 2367139 w 5715000"/>
                <a:gd name="connsiteY54" fmla="*/ 1313487 h 5714999"/>
                <a:gd name="connsiteX55" fmla="*/ 2226923 w 5715000"/>
                <a:gd name="connsiteY55" fmla="*/ 1364807 h 5714999"/>
                <a:gd name="connsiteX56" fmla="*/ 1827030 w 5715000"/>
                <a:gd name="connsiteY56" fmla="*/ 1607429 h 5714999"/>
                <a:gd name="connsiteX57" fmla="*/ 1766057 w 5715000"/>
                <a:gd name="connsiteY57" fmla="*/ 1662845 h 5714999"/>
                <a:gd name="connsiteX58" fmla="*/ 2857500 w 5715000"/>
                <a:gd name="connsiteY58" fmla="*/ 0 h 5714999"/>
                <a:gd name="connsiteX59" fmla="*/ 3205019 w 5715000"/>
                <a:gd name="connsiteY59" fmla="*/ 1275820 h 5714999"/>
                <a:gd name="connsiteX60" fmla="*/ 3183987 w 5715000"/>
                <a:gd name="connsiteY60" fmla="*/ 1270412 h 5714999"/>
                <a:gd name="connsiteX61" fmla="*/ 2857500 w 5715000"/>
                <a:gd name="connsiteY61" fmla="*/ 1237499 h 5714999"/>
                <a:gd name="connsiteX62" fmla="*/ 2531014 w 5715000"/>
                <a:gd name="connsiteY62" fmla="*/ 1270412 h 5714999"/>
                <a:gd name="connsiteX63" fmla="*/ 2509980 w 5715000"/>
                <a:gd name="connsiteY63" fmla="*/ 1275820 h 5714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5715000" h="5714999">
                  <a:moveTo>
                    <a:pt x="2509980" y="4439178"/>
                  </a:moveTo>
                  <a:lnTo>
                    <a:pt x="2531014" y="4444587"/>
                  </a:lnTo>
                  <a:cubicBezTo>
                    <a:pt x="2636472" y="4466166"/>
                    <a:pt x="2745663" y="4477499"/>
                    <a:pt x="2857500" y="4477499"/>
                  </a:cubicBezTo>
                  <a:cubicBezTo>
                    <a:pt x="2969338" y="4477499"/>
                    <a:pt x="3078529" y="4466166"/>
                    <a:pt x="3183987" y="4444587"/>
                  </a:cubicBezTo>
                  <a:lnTo>
                    <a:pt x="3205020" y="4439178"/>
                  </a:lnTo>
                  <a:lnTo>
                    <a:pt x="2857500" y="5714999"/>
                  </a:lnTo>
                  <a:close/>
                  <a:moveTo>
                    <a:pt x="3948943" y="4052155"/>
                  </a:moveTo>
                  <a:lnTo>
                    <a:pt x="4286250" y="5332167"/>
                  </a:lnTo>
                  <a:lnTo>
                    <a:pt x="3347861" y="4401512"/>
                  </a:lnTo>
                  <a:lnTo>
                    <a:pt x="3488077" y="4350192"/>
                  </a:lnTo>
                  <a:cubicBezTo>
                    <a:pt x="3633438" y="4288709"/>
                    <a:pt x="3767957" y="4206614"/>
                    <a:pt x="3887970" y="4107570"/>
                  </a:cubicBezTo>
                  <a:close/>
                  <a:moveTo>
                    <a:pt x="1766057" y="4052154"/>
                  </a:moveTo>
                  <a:lnTo>
                    <a:pt x="1827030" y="4107570"/>
                  </a:lnTo>
                  <a:cubicBezTo>
                    <a:pt x="1947044" y="4206614"/>
                    <a:pt x="2081563" y="4288709"/>
                    <a:pt x="2226923" y="4350192"/>
                  </a:cubicBezTo>
                  <a:lnTo>
                    <a:pt x="2367139" y="4401511"/>
                  </a:lnTo>
                  <a:lnTo>
                    <a:pt x="1428749" y="5332167"/>
                  </a:lnTo>
                  <a:close/>
                  <a:moveTo>
                    <a:pt x="4401512" y="3347860"/>
                  </a:moveTo>
                  <a:lnTo>
                    <a:pt x="5332166" y="4286249"/>
                  </a:lnTo>
                  <a:lnTo>
                    <a:pt x="4052155" y="3948942"/>
                  </a:lnTo>
                  <a:lnTo>
                    <a:pt x="4107571" y="3887970"/>
                  </a:lnTo>
                  <a:cubicBezTo>
                    <a:pt x="4206615" y="3767956"/>
                    <a:pt x="4288710" y="3633437"/>
                    <a:pt x="4350193" y="3488076"/>
                  </a:cubicBezTo>
                  <a:close/>
                  <a:moveTo>
                    <a:pt x="1313488" y="3347859"/>
                  </a:moveTo>
                  <a:lnTo>
                    <a:pt x="1364808" y="3488076"/>
                  </a:lnTo>
                  <a:cubicBezTo>
                    <a:pt x="1426290" y="3633437"/>
                    <a:pt x="1508386" y="3767956"/>
                    <a:pt x="1607430" y="3887970"/>
                  </a:cubicBezTo>
                  <a:lnTo>
                    <a:pt x="1662845" y="3948941"/>
                  </a:lnTo>
                  <a:lnTo>
                    <a:pt x="382831" y="4286249"/>
                  </a:lnTo>
                  <a:close/>
                  <a:moveTo>
                    <a:pt x="4439179" y="2509980"/>
                  </a:moveTo>
                  <a:lnTo>
                    <a:pt x="5715000" y="2857500"/>
                  </a:lnTo>
                  <a:lnTo>
                    <a:pt x="4439179" y="3205020"/>
                  </a:lnTo>
                  <a:lnTo>
                    <a:pt x="4444588" y="3183986"/>
                  </a:lnTo>
                  <a:cubicBezTo>
                    <a:pt x="4466167" y="3078527"/>
                    <a:pt x="4477500" y="2969337"/>
                    <a:pt x="4477500" y="2857499"/>
                  </a:cubicBezTo>
                  <a:cubicBezTo>
                    <a:pt x="4477500" y="2745662"/>
                    <a:pt x="4466167" y="2636471"/>
                    <a:pt x="4444588" y="2531013"/>
                  </a:cubicBezTo>
                  <a:close/>
                  <a:moveTo>
                    <a:pt x="1275821" y="2509980"/>
                  </a:moveTo>
                  <a:lnTo>
                    <a:pt x="1270413" y="2531013"/>
                  </a:lnTo>
                  <a:cubicBezTo>
                    <a:pt x="1248833" y="2636471"/>
                    <a:pt x="1237500" y="2745662"/>
                    <a:pt x="1237500" y="2857499"/>
                  </a:cubicBezTo>
                  <a:cubicBezTo>
                    <a:pt x="1237500" y="2969337"/>
                    <a:pt x="1248833" y="3078527"/>
                    <a:pt x="1270413" y="3183986"/>
                  </a:cubicBezTo>
                  <a:lnTo>
                    <a:pt x="1275821" y="3205020"/>
                  </a:lnTo>
                  <a:lnTo>
                    <a:pt x="0" y="2857500"/>
                  </a:lnTo>
                  <a:close/>
                  <a:moveTo>
                    <a:pt x="5332166" y="1428750"/>
                  </a:moveTo>
                  <a:lnTo>
                    <a:pt x="4401512" y="2367137"/>
                  </a:lnTo>
                  <a:lnTo>
                    <a:pt x="4350193" y="2226922"/>
                  </a:lnTo>
                  <a:cubicBezTo>
                    <a:pt x="4288710" y="2081562"/>
                    <a:pt x="4206615" y="1947042"/>
                    <a:pt x="4107571" y="1827029"/>
                  </a:cubicBezTo>
                  <a:lnTo>
                    <a:pt x="4052155" y="1766056"/>
                  </a:lnTo>
                  <a:close/>
                  <a:moveTo>
                    <a:pt x="382832" y="1428750"/>
                  </a:moveTo>
                  <a:lnTo>
                    <a:pt x="1662845" y="1766057"/>
                  </a:lnTo>
                  <a:lnTo>
                    <a:pt x="1607430" y="1827029"/>
                  </a:lnTo>
                  <a:cubicBezTo>
                    <a:pt x="1508386" y="1947042"/>
                    <a:pt x="1426290" y="2081562"/>
                    <a:pt x="1364808" y="2226922"/>
                  </a:cubicBezTo>
                  <a:lnTo>
                    <a:pt x="1313488" y="2367139"/>
                  </a:lnTo>
                  <a:close/>
                  <a:moveTo>
                    <a:pt x="4286250" y="382832"/>
                  </a:moveTo>
                  <a:lnTo>
                    <a:pt x="3948943" y="1662844"/>
                  </a:lnTo>
                  <a:lnTo>
                    <a:pt x="3887970" y="1607429"/>
                  </a:lnTo>
                  <a:cubicBezTo>
                    <a:pt x="3767957" y="1508385"/>
                    <a:pt x="3633438" y="1426289"/>
                    <a:pt x="3488077" y="1364807"/>
                  </a:cubicBezTo>
                  <a:lnTo>
                    <a:pt x="3347861" y="1313487"/>
                  </a:lnTo>
                  <a:close/>
                  <a:moveTo>
                    <a:pt x="1428749" y="382832"/>
                  </a:moveTo>
                  <a:lnTo>
                    <a:pt x="2367139" y="1313487"/>
                  </a:lnTo>
                  <a:lnTo>
                    <a:pt x="2226923" y="1364807"/>
                  </a:lnTo>
                  <a:cubicBezTo>
                    <a:pt x="2081563" y="1426289"/>
                    <a:pt x="1947044" y="1508385"/>
                    <a:pt x="1827030" y="1607429"/>
                  </a:cubicBezTo>
                  <a:lnTo>
                    <a:pt x="1766057" y="1662845"/>
                  </a:lnTo>
                  <a:close/>
                  <a:moveTo>
                    <a:pt x="2857500" y="0"/>
                  </a:moveTo>
                  <a:lnTo>
                    <a:pt x="3205019" y="1275820"/>
                  </a:lnTo>
                  <a:lnTo>
                    <a:pt x="3183987" y="1270412"/>
                  </a:lnTo>
                  <a:cubicBezTo>
                    <a:pt x="3078529" y="1248832"/>
                    <a:pt x="2969338" y="1237499"/>
                    <a:pt x="2857500" y="1237499"/>
                  </a:cubicBezTo>
                  <a:cubicBezTo>
                    <a:pt x="2745663" y="1237499"/>
                    <a:pt x="2636472" y="1248832"/>
                    <a:pt x="2531014" y="1270412"/>
                  </a:cubicBezTo>
                  <a:lnTo>
                    <a:pt x="2509980" y="1275820"/>
                  </a:lnTo>
                  <a:close/>
                </a:path>
              </a:pathLst>
            </a:cu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橢圓 8"/>
            <p:cNvSpPr/>
            <p:nvPr/>
          </p:nvSpPr>
          <p:spPr>
            <a:xfrm>
              <a:off x="4656000" y="1989000"/>
              <a:ext cx="2880000" cy="288000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0" name="矩形 9"/>
          <p:cNvSpPr/>
          <p:nvPr/>
        </p:nvSpPr>
        <p:spPr>
          <a:xfrm>
            <a:off x="-1" y="0"/>
            <a:ext cx="1976049" cy="685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駐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日戡亂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9136380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976050" y="0"/>
            <a:ext cx="8838000" cy="6858000"/>
          </a:xfrm>
          <a:prstGeom prst="rect">
            <a:avLst/>
          </a:prstGeom>
          <a:solidFill>
            <a:srgbClr val="FE000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1976050" y="0"/>
            <a:ext cx="3431150" cy="3430800"/>
          </a:xfrm>
          <a:prstGeom prst="rect">
            <a:avLst/>
          </a:prstGeom>
          <a:solidFill>
            <a:srgbClr val="0000A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" name="群組 6"/>
          <p:cNvGrpSpPr/>
          <p:nvPr/>
        </p:nvGrpSpPr>
        <p:grpSpPr>
          <a:xfrm>
            <a:off x="2392415" y="416190"/>
            <a:ext cx="2598419" cy="2598419"/>
            <a:chOff x="3238500" y="571501"/>
            <a:chExt cx="5715000" cy="5714999"/>
          </a:xfrm>
        </p:grpSpPr>
        <p:sp>
          <p:nvSpPr>
            <p:cNvPr id="8" name="手繪多邊形 7"/>
            <p:cNvSpPr/>
            <p:nvPr/>
          </p:nvSpPr>
          <p:spPr>
            <a:xfrm>
              <a:off x="3238500" y="571501"/>
              <a:ext cx="5715000" cy="5714999"/>
            </a:xfrm>
            <a:custGeom>
              <a:avLst/>
              <a:gdLst>
                <a:gd name="connsiteX0" fmla="*/ 2509980 w 5715000"/>
                <a:gd name="connsiteY0" fmla="*/ 4439178 h 5714999"/>
                <a:gd name="connsiteX1" fmla="*/ 2531014 w 5715000"/>
                <a:gd name="connsiteY1" fmla="*/ 4444587 h 5714999"/>
                <a:gd name="connsiteX2" fmla="*/ 2857500 w 5715000"/>
                <a:gd name="connsiteY2" fmla="*/ 4477499 h 5714999"/>
                <a:gd name="connsiteX3" fmla="*/ 3183987 w 5715000"/>
                <a:gd name="connsiteY3" fmla="*/ 4444587 h 5714999"/>
                <a:gd name="connsiteX4" fmla="*/ 3205020 w 5715000"/>
                <a:gd name="connsiteY4" fmla="*/ 4439178 h 5714999"/>
                <a:gd name="connsiteX5" fmla="*/ 2857500 w 5715000"/>
                <a:gd name="connsiteY5" fmla="*/ 5714999 h 5714999"/>
                <a:gd name="connsiteX6" fmla="*/ 3948943 w 5715000"/>
                <a:gd name="connsiteY6" fmla="*/ 4052155 h 5714999"/>
                <a:gd name="connsiteX7" fmla="*/ 4286250 w 5715000"/>
                <a:gd name="connsiteY7" fmla="*/ 5332167 h 5714999"/>
                <a:gd name="connsiteX8" fmla="*/ 3347861 w 5715000"/>
                <a:gd name="connsiteY8" fmla="*/ 4401512 h 5714999"/>
                <a:gd name="connsiteX9" fmla="*/ 3488077 w 5715000"/>
                <a:gd name="connsiteY9" fmla="*/ 4350192 h 5714999"/>
                <a:gd name="connsiteX10" fmla="*/ 3887970 w 5715000"/>
                <a:gd name="connsiteY10" fmla="*/ 4107570 h 5714999"/>
                <a:gd name="connsiteX11" fmla="*/ 1766057 w 5715000"/>
                <a:gd name="connsiteY11" fmla="*/ 4052154 h 5714999"/>
                <a:gd name="connsiteX12" fmla="*/ 1827030 w 5715000"/>
                <a:gd name="connsiteY12" fmla="*/ 4107570 h 5714999"/>
                <a:gd name="connsiteX13" fmla="*/ 2226923 w 5715000"/>
                <a:gd name="connsiteY13" fmla="*/ 4350192 h 5714999"/>
                <a:gd name="connsiteX14" fmla="*/ 2367139 w 5715000"/>
                <a:gd name="connsiteY14" fmla="*/ 4401511 h 5714999"/>
                <a:gd name="connsiteX15" fmla="*/ 1428749 w 5715000"/>
                <a:gd name="connsiteY15" fmla="*/ 5332167 h 5714999"/>
                <a:gd name="connsiteX16" fmla="*/ 4401512 w 5715000"/>
                <a:gd name="connsiteY16" fmla="*/ 3347860 h 5714999"/>
                <a:gd name="connsiteX17" fmla="*/ 5332166 w 5715000"/>
                <a:gd name="connsiteY17" fmla="*/ 4286249 h 5714999"/>
                <a:gd name="connsiteX18" fmla="*/ 4052155 w 5715000"/>
                <a:gd name="connsiteY18" fmla="*/ 3948942 h 5714999"/>
                <a:gd name="connsiteX19" fmla="*/ 4107571 w 5715000"/>
                <a:gd name="connsiteY19" fmla="*/ 3887970 h 5714999"/>
                <a:gd name="connsiteX20" fmla="*/ 4350193 w 5715000"/>
                <a:gd name="connsiteY20" fmla="*/ 3488076 h 5714999"/>
                <a:gd name="connsiteX21" fmla="*/ 1313488 w 5715000"/>
                <a:gd name="connsiteY21" fmla="*/ 3347859 h 5714999"/>
                <a:gd name="connsiteX22" fmla="*/ 1364808 w 5715000"/>
                <a:gd name="connsiteY22" fmla="*/ 3488076 h 5714999"/>
                <a:gd name="connsiteX23" fmla="*/ 1607430 w 5715000"/>
                <a:gd name="connsiteY23" fmla="*/ 3887970 h 5714999"/>
                <a:gd name="connsiteX24" fmla="*/ 1662845 w 5715000"/>
                <a:gd name="connsiteY24" fmla="*/ 3948941 h 5714999"/>
                <a:gd name="connsiteX25" fmla="*/ 382831 w 5715000"/>
                <a:gd name="connsiteY25" fmla="*/ 4286249 h 5714999"/>
                <a:gd name="connsiteX26" fmla="*/ 4439179 w 5715000"/>
                <a:gd name="connsiteY26" fmla="*/ 2509980 h 5714999"/>
                <a:gd name="connsiteX27" fmla="*/ 5715000 w 5715000"/>
                <a:gd name="connsiteY27" fmla="*/ 2857500 h 5714999"/>
                <a:gd name="connsiteX28" fmla="*/ 4439179 w 5715000"/>
                <a:gd name="connsiteY28" fmla="*/ 3205020 h 5714999"/>
                <a:gd name="connsiteX29" fmla="*/ 4444588 w 5715000"/>
                <a:gd name="connsiteY29" fmla="*/ 3183986 h 5714999"/>
                <a:gd name="connsiteX30" fmla="*/ 4477500 w 5715000"/>
                <a:gd name="connsiteY30" fmla="*/ 2857499 h 5714999"/>
                <a:gd name="connsiteX31" fmla="*/ 4444588 w 5715000"/>
                <a:gd name="connsiteY31" fmla="*/ 2531013 h 5714999"/>
                <a:gd name="connsiteX32" fmla="*/ 1275821 w 5715000"/>
                <a:gd name="connsiteY32" fmla="*/ 2509980 h 5714999"/>
                <a:gd name="connsiteX33" fmla="*/ 1270413 w 5715000"/>
                <a:gd name="connsiteY33" fmla="*/ 2531013 h 5714999"/>
                <a:gd name="connsiteX34" fmla="*/ 1237500 w 5715000"/>
                <a:gd name="connsiteY34" fmla="*/ 2857499 h 5714999"/>
                <a:gd name="connsiteX35" fmla="*/ 1270413 w 5715000"/>
                <a:gd name="connsiteY35" fmla="*/ 3183986 h 5714999"/>
                <a:gd name="connsiteX36" fmla="*/ 1275821 w 5715000"/>
                <a:gd name="connsiteY36" fmla="*/ 3205020 h 5714999"/>
                <a:gd name="connsiteX37" fmla="*/ 0 w 5715000"/>
                <a:gd name="connsiteY37" fmla="*/ 2857500 h 5714999"/>
                <a:gd name="connsiteX38" fmla="*/ 5332166 w 5715000"/>
                <a:gd name="connsiteY38" fmla="*/ 1428750 h 5714999"/>
                <a:gd name="connsiteX39" fmla="*/ 4401512 w 5715000"/>
                <a:gd name="connsiteY39" fmla="*/ 2367137 h 5714999"/>
                <a:gd name="connsiteX40" fmla="*/ 4350193 w 5715000"/>
                <a:gd name="connsiteY40" fmla="*/ 2226922 h 5714999"/>
                <a:gd name="connsiteX41" fmla="*/ 4107571 w 5715000"/>
                <a:gd name="connsiteY41" fmla="*/ 1827029 h 5714999"/>
                <a:gd name="connsiteX42" fmla="*/ 4052155 w 5715000"/>
                <a:gd name="connsiteY42" fmla="*/ 1766056 h 5714999"/>
                <a:gd name="connsiteX43" fmla="*/ 382832 w 5715000"/>
                <a:gd name="connsiteY43" fmla="*/ 1428750 h 5714999"/>
                <a:gd name="connsiteX44" fmla="*/ 1662845 w 5715000"/>
                <a:gd name="connsiteY44" fmla="*/ 1766057 h 5714999"/>
                <a:gd name="connsiteX45" fmla="*/ 1607430 w 5715000"/>
                <a:gd name="connsiteY45" fmla="*/ 1827029 h 5714999"/>
                <a:gd name="connsiteX46" fmla="*/ 1364808 w 5715000"/>
                <a:gd name="connsiteY46" fmla="*/ 2226922 h 5714999"/>
                <a:gd name="connsiteX47" fmla="*/ 1313488 w 5715000"/>
                <a:gd name="connsiteY47" fmla="*/ 2367139 h 5714999"/>
                <a:gd name="connsiteX48" fmla="*/ 4286250 w 5715000"/>
                <a:gd name="connsiteY48" fmla="*/ 382832 h 5714999"/>
                <a:gd name="connsiteX49" fmla="*/ 3948943 w 5715000"/>
                <a:gd name="connsiteY49" fmla="*/ 1662844 h 5714999"/>
                <a:gd name="connsiteX50" fmla="*/ 3887970 w 5715000"/>
                <a:gd name="connsiteY50" fmla="*/ 1607429 h 5714999"/>
                <a:gd name="connsiteX51" fmla="*/ 3488077 w 5715000"/>
                <a:gd name="connsiteY51" fmla="*/ 1364807 h 5714999"/>
                <a:gd name="connsiteX52" fmla="*/ 3347861 w 5715000"/>
                <a:gd name="connsiteY52" fmla="*/ 1313487 h 5714999"/>
                <a:gd name="connsiteX53" fmla="*/ 1428749 w 5715000"/>
                <a:gd name="connsiteY53" fmla="*/ 382832 h 5714999"/>
                <a:gd name="connsiteX54" fmla="*/ 2367139 w 5715000"/>
                <a:gd name="connsiteY54" fmla="*/ 1313487 h 5714999"/>
                <a:gd name="connsiteX55" fmla="*/ 2226923 w 5715000"/>
                <a:gd name="connsiteY55" fmla="*/ 1364807 h 5714999"/>
                <a:gd name="connsiteX56" fmla="*/ 1827030 w 5715000"/>
                <a:gd name="connsiteY56" fmla="*/ 1607429 h 5714999"/>
                <a:gd name="connsiteX57" fmla="*/ 1766057 w 5715000"/>
                <a:gd name="connsiteY57" fmla="*/ 1662845 h 5714999"/>
                <a:gd name="connsiteX58" fmla="*/ 2857500 w 5715000"/>
                <a:gd name="connsiteY58" fmla="*/ 0 h 5714999"/>
                <a:gd name="connsiteX59" fmla="*/ 3205019 w 5715000"/>
                <a:gd name="connsiteY59" fmla="*/ 1275820 h 5714999"/>
                <a:gd name="connsiteX60" fmla="*/ 3183987 w 5715000"/>
                <a:gd name="connsiteY60" fmla="*/ 1270412 h 5714999"/>
                <a:gd name="connsiteX61" fmla="*/ 2857500 w 5715000"/>
                <a:gd name="connsiteY61" fmla="*/ 1237499 h 5714999"/>
                <a:gd name="connsiteX62" fmla="*/ 2531014 w 5715000"/>
                <a:gd name="connsiteY62" fmla="*/ 1270412 h 5714999"/>
                <a:gd name="connsiteX63" fmla="*/ 2509980 w 5715000"/>
                <a:gd name="connsiteY63" fmla="*/ 1275820 h 5714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5715000" h="5714999">
                  <a:moveTo>
                    <a:pt x="2509980" y="4439178"/>
                  </a:moveTo>
                  <a:lnTo>
                    <a:pt x="2531014" y="4444587"/>
                  </a:lnTo>
                  <a:cubicBezTo>
                    <a:pt x="2636472" y="4466166"/>
                    <a:pt x="2745663" y="4477499"/>
                    <a:pt x="2857500" y="4477499"/>
                  </a:cubicBezTo>
                  <a:cubicBezTo>
                    <a:pt x="2969338" y="4477499"/>
                    <a:pt x="3078529" y="4466166"/>
                    <a:pt x="3183987" y="4444587"/>
                  </a:cubicBezTo>
                  <a:lnTo>
                    <a:pt x="3205020" y="4439178"/>
                  </a:lnTo>
                  <a:lnTo>
                    <a:pt x="2857500" y="5714999"/>
                  </a:lnTo>
                  <a:close/>
                  <a:moveTo>
                    <a:pt x="3948943" y="4052155"/>
                  </a:moveTo>
                  <a:lnTo>
                    <a:pt x="4286250" y="5332167"/>
                  </a:lnTo>
                  <a:lnTo>
                    <a:pt x="3347861" y="4401512"/>
                  </a:lnTo>
                  <a:lnTo>
                    <a:pt x="3488077" y="4350192"/>
                  </a:lnTo>
                  <a:cubicBezTo>
                    <a:pt x="3633438" y="4288709"/>
                    <a:pt x="3767957" y="4206614"/>
                    <a:pt x="3887970" y="4107570"/>
                  </a:cubicBezTo>
                  <a:close/>
                  <a:moveTo>
                    <a:pt x="1766057" y="4052154"/>
                  </a:moveTo>
                  <a:lnTo>
                    <a:pt x="1827030" y="4107570"/>
                  </a:lnTo>
                  <a:cubicBezTo>
                    <a:pt x="1947044" y="4206614"/>
                    <a:pt x="2081563" y="4288709"/>
                    <a:pt x="2226923" y="4350192"/>
                  </a:cubicBezTo>
                  <a:lnTo>
                    <a:pt x="2367139" y="4401511"/>
                  </a:lnTo>
                  <a:lnTo>
                    <a:pt x="1428749" y="5332167"/>
                  </a:lnTo>
                  <a:close/>
                  <a:moveTo>
                    <a:pt x="4401512" y="3347860"/>
                  </a:moveTo>
                  <a:lnTo>
                    <a:pt x="5332166" y="4286249"/>
                  </a:lnTo>
                  <a:lnTo>
                    <a:pt x="4052155" y="3948942"/>
                  </a:lnTo>
                  <a:lnTo>
                    <a:pt x="4107571" y="3887970"/>
                  </a:lnTo>
                  <a:cubicBezTo>
                    <a:pt x="4206615" y="3767956"/>
                    <a:pt x="4288710" y="3633437"/>
                    <a:pt x="4350193" y="3488076"/>
                  </a:cubicBezTo>
                  <a:close/>
                  <a:moveTo>
                    <a:pt x="1313488" y="3347859"/>
                  </a:moveTo>
                  <a:lnTo>
                    <a:pt x="1364808" y="3488076"/>
                  </a:lnTo>
                  <a:cubicBezTo>
                    <a:pt x="1426290" y="3633437"/>
                    <a:pt x="1508386" y="3767956"/>
                    <a:pt x="1607430" y="3887970"/>
                  </a:cubicBezTo>
                  <a:lnTo>
                    <a:pt x="1662845" y="3948941"/>
                  </a:lnTo>
                  <a:lnTo>
                    <a:pt x="382831" y="4286249"/>
                  </a:lnTo>
                  <a:close/>
                  <a:moveTo>
                    <a:pt x="4439179" y="2509980"/>
                  </a:moveTo>
                  <a:lnTo>
                    <a:pt x="5715000" y="2857500"/>
                  </a:lnTo>
                  <a:lnTo>
                    <a:pt x="4439179" y="3205020"/>
                  </a:lnTo>
                  <a:lnTo>
                    <a:pt x="4444588" y="3183986"/>
                  </a:lnTo>
                  <a:cubicBezTo>
                    <a:pt x="4466167" y="3078527"/>
                    <a:pt x="4477500" y="2969337"/>
                    <a:pt x="4477500" y="2857499"/>
                  </a:cubicBezTo>
                  <a:cubicBezTo>
                    <a:pt x="4477500" y="2745662"/>
                    <a:pt x="4466167" y="2636471"/>
                    <a:pt x="4444588" y="2531013"/>
                  </a:cubicBezTo>
                  <a:close/>
                  <a:moveTo>
                    <a:pt x="1275821" y="2509980"/>
                  </a:moveTo>
                  <a:lnTo>
                    <a:pt x="1270413" y="2531013"/>
                  </a:lnTo>
                  <a:cubicBezTo>
                    <a:pt x="1248833" y="2636471"/>
                    <a:pt x="1237500" y="2745662"/>
                    <a:pt x="1237500" y="2857499"/>
                  </a:cubicBezTo>
                  <a:cubicBezTo>
                    <a:pt x="1237500" y="2969337"/>
                    <a:pt x="1248833" y="3078527"/>
                    <a:pt x="1270413" y="3183986"/>
                  </a:cubicBezTo>
                  <a:lnTo>
                    <a:pt x="1275821" y="3205020"/>
                  </a:lnTo>
                  <a:lnTo>
                    <a:pt x="0" y="2857500"/>
                  </a:lnTo>
                  <a:close/>
                  <a:moveTo>
                    <a:pt x="5332166" y="1428750"/>
                  </a:moveTo>
                  <a:lnTo>
                    <a:pt x="4401512" y="2367137"/>
                  </a:lnTo>
                  <a:lnTo>
                    <a:pt x="4350193" y="2226922"/>
                  </a:lnTo>
                  <a:cubicBezTo>
                    <a:pt x="4288710" y="2081562"/>
                    <a:pt x="4206615" y="1947042"/>
                    <a:pt x="4107571" y="1827029"/>
                  </a:cubicBezTo>
                  <a:lnTo>
                    <a:pt x="4052155" y="1766056"/>
                  </a:lnTo>
                  <a:close/>
                  <a:moveTo>
                    <a:pt x="382832" y="1428750"/>
                  </a:moveTo>
                  <a:lnTo>
                    <a:pt x="1662845" y="1766057"/>
                  </a:lnTo>
                  <a:lnTo>
                    <a:pt x="1607430" y="1827029"/>
                  </a:lnTo>
                  <a:cubicBezTo>
                    <a:pt x="1508386" y="1947042"/>
                    <a:pt x="1426290" y="2081562"/>
                    <a:pt x="1364808" y="2226922"/>
                  </a:cubicBezTo>
                  <a:lnTo>
                    <a:pt x="1313488" y="2367139"/>
                  </a:lnTo>
                  <a:close/>
                  <a:moveTo>
                    <a:pt x="4286250" y="382832"/>
                  </a:moveTo>
                  <a:lnTo>
                    <a:pt x="3948943" y="1662844"/>
                  </a:lnTo>
                  <a:lnTo>
                    <a:pt x="3887970" y="1607429"/>
                  </a:lnTo>
                  <a:cubicBezTo>
                    <a:pt x="3767957" y="1508385"/>
                    <a:pt x="3633438" y="1426289"/>
                    <a:pt x="3488077" y="1364807"/>
                  </a:cubicBezTo>
                  <a:lnTo>
                    <a:pt x="3347861" y="1313487"/>
                  </a:lnTo>
                  <a:close/>
                  <a:moveTo>
                    <a:pt x="1428749" y="382832"/>
                  </a:moveTo>
                  <a:lnTo>
                    <a:pt x="2367139" y="1313487"/>
                  </a:lnTo>
                  <a:lnTo>
                    <a:pt x="2226923" y="1364807"/>
                  </a:lnTo>
                  <a:cubicBezTo>
                    <a:pt x="2081563" y="1426289"/>
                    <a:pt x="1947044" y="1508385"/>
                    <a:pt x="1827030" y="1607429"/>
                  </a:cubicBezTo>
                  <a:lnTo>
                    <a:pt x="1766057" y="1662845"/>
                  </a:lnTo>
                  <a:close/>
                  <a:moveTo>
                    <a:pt x="2857500" y="0"/>
                  </a:moveTo>
                  <a:lnTo>
                    <a:pt x="3205019" y="1275820"/>
                  </a:lnTo>
                  <a:lnTo>
                    <a:pt x="3183987" y="1270412"/>
                  </a:lnTo>
                  <a:cubicBezTo>
                    <a:pt x="3078529" y="1248832"/>
                    <a:pt x="2969338" y="1237499"/>
                    <a:pt x="2857500" y="1237499"/>
                  </a:cubicBezTo>
                  <a:cubicBezTo>
                    <a:pt x="2745663" y="1237499"/>
                    <a:pt x="2636472" y="1248832"/>
                    <a:pt x="2531014" y="1270412"/>
                  </a:cubicBezTo>
                  <a:lnTo>
                    <a:pt x="2509980" y="1275820"/>
                  </a:lnTo>
                  <a:close/>
                </a:path>
              </a:pathLst>
            </a:cu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橢圓 8"/>
            <p:cNvSpPr/>
            <p:nvPr/>
          </p:nvSpPr>
          <p:spPr>
            <a:xfrm>
              <a:off x="4656000" y="1989000"/>
              <a:ext cx="2880000" cy="288000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0" name="矩形 9"/>
          <p:cNvSpPr/>
          <p:nvPr/>
        </p:nvSpPr>
        <p:spPr>
          <a:xfrm>
            <a:off x="-1" y="0"/>
            <a:ext cx="1976049" cy="685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70000"/>
              </a:lnSpc>
            </a:pPr>
            <a:r>
              <a:rPr lang="zh-TW" altLang="en-US" sz="8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日</a:t>
            </a:r>
            <a:endParaRPr lang="en-US" altLang="zh-TW" sz="8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70000"/>
              </a:lnSpc>
            </a:pPr>
            <a:r>
              <a:rPr lang="zh-TW" altLang="en-US" sz="8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本</a:t>
            </a:r>
            <a:endParaRPr lang="en-US" altLang="zh-TW" sz="8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70000"/>
              </a:lnSpc>
            </a:pPr>
            <a:r>
              <a:rPr lang="zh-TW" altLang="en-US" sz="8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特</a:t>
            </a:r>
            <a:endParaRPr lang="en-US" altLang="zh-TW" sz="8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70000"/>
              </a:lnSpc>
            </a:pPr>
            <a:r>
              <a:rPr lang="zh-TW" altLang="en-US" sz="8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別</a:t>
            </a:r>
            <a:endParaRPr lang="en-US" altLang="zh-TW" sz="8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70000"/>
              </a:lnSpc>
            </a:pPr>
            <a:r>
              <a:rPr lang="zh-TW" altLang="en-US" sz="8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行</a:t>
            </a:r>
            <a:endParaRPr lang="en-US" altLang="zh-TW" sz="8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70000"/>
              </a:lnSpc>
            </a:pPr>
            <a:r>
              <a:rPr lang="zh-TW" altLang="en-US" sz="8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政</a:t>
            </a:r>
            <a:endParaRPr lang="en-US" altLang="zh-TW" sz="8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70000"/>
              </a:lnSpc>
            </a:pPr>
            <a:r>
              <a:rPr lang="zh-TW" altLang="en-US" sz="8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區</a:t>
            </a:r>
            <a:endParaRPr lang="zh-CN" altLang="en-US" sz="8500" b="1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31718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0"/>
            <a:ext cx="10814050" cy="6858000"/>
          </a:xfrm>
          <a:prstGeom prst="rect">
            <a:avLst/>
          </a:prstGeom>
          <a:solidFill>
            <a:srgbClr val="FE000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0" y="0"/>
            <a:ext cx="5407200" cy="3430800"/>
          </a:xfrm>
          <a:prstGeom prst="rect">
            <a:avLst/>
          </a:prstGeom>
          <a:solidFill>
            <a:srgbClr val="0000A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" name="群組 6"/>
          <p:cNvGrpSpPr/>
          <p:nvPr/>
        </p:nvGrpSpPr>
        <p:grpSpPr>
          <a:xfrm>
            <a:off x="1404390" y="416190"/>
            <a:ext cx="2598419" cy="2598419"/>
            <a:chOff x="3238500" y="571501"/>
            <a:chExt cx="5715000" cy="5714999"/>
          </a:xfrm>
        </p:grpSpPr>
        <p:sp>
          <p:nvSpPr>
            <p:cNvPr id="8" name="手繪多邊形 7"/>
            <p:cNvSpPr/>
            <p:nvPr/>
          </p:nvSpPr>
          <p:spPr>
            <a:xfrm>
              <a:off x="3238500" y="571501"/>
              <a:ext cx="5715000" cy="5714999"/>
            </a:xfrm>
            <a:custGeom>
              <a:avLst/>
              <a:gdLst>
                <a:gd name="connsiteX0" fmla="*/ 2509980 w 5715000"/>
                <a:gd name="connsiteY0" fmla="*/ 4439178 h 5714999"/>
                <a:gd name="connsiteX1" fmla="*/ 2531014 w 5715000"/>
                <a:gd name="connsiteY1" fmla="*/ 4444587 h 5714999"/>
                <a:gd name="connsiteX2" fmla="*/ 2857500 w 5715000"/>
                <a:gd name="connsiteY2" fmla="*/ 4477499 h 5714999"/>
                <a:gd name="connsiteX3" fmla="*/ 3183987 w 5715000"/>
                <a:gd name="connsiteY3" fmla="*/ 4444587 h 5714999"/>
                <a:gd name="connsiteX4" fmla="*/ 3205020 w 5715000"/>
                <a:gd name="connsiteY4" fmla="*/ 4439178 h 5714999"/>
                <a:gd name="connsiteX5" fmla="*/ 2857500 w 5715000"/>
                <a:gd name="connsiteY5" fmla="*/ 5714999 h 5714999"/>
                <a:gd name="connsiteX6" fmla="*/ 3948943 w 5715000"/>
                <a:gd name="connsiteY6" fmla="*/ 4052155 h 5714999"/>
                <a:gd name="connsiteX7" fmla="*/ 4286250 w 5715000"/>
                <a:gd name="connsiteY7" fmla="*/ 5332167 h 5714999"/>
                <a:gd name="connsiteX8" fmla="*/ 3347861 w 5715000"/>
                <a:gd name="connsiteY8" fmla="*/ 4401512 h 5714999"/>
                <a:gd name="connsiteX9" fmla="*/ 3488077 w 5715000"/>
                <a:gd name="connsiteY9" fmla="*/ 4350192 h 5714999"/>
                <a:gd name="connsiteX10" fmla="*/ 3887970 w 5715000"/>
                <a:gd name="connsiteY10" fmla="*/ 4107570 h 5714999"/>
                <a:gd name="connsiteX11" fmla="*/ 1766057 w 5715000"/>
                <a:gd name="connsiteY11" fmla="*/ 4052154 h 5714999"/>
                <a:gd name="connsiteX12" fmla="*/ 1827030 w 5715000"/>
                <a:gd name="connsiteY12" fmla="*/ 4107570 h 5714999"/>
                <a:gd name="connsiteX13" fmla="*/ 2226923 w 5715000"/>
                <a:gd name="connsiteY13" fmla="*/ 4350192 h 5714999"/>
                <a:gd name="connsiteX14" fmla="*/ 2367139 w 5715000"/>
                <a:gd name="connsiteY14" fmla="*/ 4401511 h 5714999"/>
                <a:gd name="connsiteX15" fmla="*/ 1428749 w 5715000"/>
                <a:gd name="connsiteY15" fmla="*/ 5332167 h 5714999"/>
                <a:gd name="connsiteX16" fmla="*/ 4401512 w 5715000"/>
                <a:gd name="connsiteY16" fmla="*/ 3347860 h 5714999"/>
                <a:gd name="connsiteX17" fmla="*/ 5332166 w 5715000"/>
                <a:gd name="connsiteY17" fmla="*/ 4286249 h 5714999"/>
                <a:gd name="connsiteX18" fmla="*/ 4052155 w 5715000"/>
                <a:gd name="connsiteY18" fmla="*/ 3948942 h 5714999"/>
                <a:gd name="connsiteX19" fmla="*/ 4107571 w 5715000"/>
                <a:gd name="connsiteY19" fmla="*/ 3887970 h 5714999"/>
                <a:gd name="connsiteX20" fmla="*/ 4350193 w 5715000"/>
                <a:gd name="connsiteY20" fmla="*/ 3488076 h 5714999"/>
                <a:gd name="connsiteX21" fmla="*/ 1313488 w 5715000"/>
                <a:gd name="connsiteY21" fmla="*/ 3347859 h 5714999"/>
                <a:gd name="connsiteX22" fmla="*/ 1364808 w 5715000"/>
                <a:gd name="connsiteY22" fmla="*/ 3488076 h 5714999"/>
                <a:gd name="connsiteX23" fmla="*/ 1607430 w 5715000"/>
                <a:gd name="connsiteY23" fmla="*/ 3887970 h 5714999"/>
                <a:gd name="connsiteX24" fmla="*/ 1662845 w 5715000"/>
                <a:gd name="connsiteY24" fmla="*/ 3948941 h 5714999"/>
                <a:gd name="connsiteX25" fmla="*/ 382831 w 5715000"/>
                <a:gd name="connsiteY25" fmla="*/ 4286249 h 5714999"/>
                <a:gd name="connsiteX26" fmla="*/ 4439179 w 5715000"/>
                <a:gd name="connsiteY26" fmla="*/ 2509980 h 5714999"/>
                <a:gd name="connsiteX27" fmla="*/ 5715000 w 5715000"/>
                <a:gd name="connsiteY27" fmla="*/ 2857500 h 5714999"/>
                <a:gd name="connsiteX28" fmla="*/ 4439179 w 5715000"/>
                <a:gd name="connsiteY28" fmla="*/ 3205020 h 5714999"/>
                <a:gd name="connsiteX29" fmla="*/ 4444588 w 5715000"/>
                <a:gd name="connsiteY29" fmla="*/ 3183986 h 5714999"/>
                <a:gd name="connsiteX30" fmla="*/ 4477500 w 5715000"/>
                <a:gd name="connsiteY30" fmla="*/ 2857499 h 5714999"/>
                <a:gd name="connsiteX31" fmla="*/ 4444588 w 5715000"/>
                <a:gd name="connsiteY31" fmla="*/ 2531013 h 5714999"/>
                <a:gd name="connsiteX32" fmla="*/ 1275821 w 5715000"/>
                <a:gd name="connsiteY32" fmla="*/ 2509980 h 5714999"/>
                <a:gd name="connsiteX33" fmla="*/ 1270413 w 5715000"/>
                <a:gd name="connsiteY33" fmla="*/ 2531013 h 5714999"/>
                <a:gd name="connsiteX34" fmla="*/ 1237500 w 5715000"/>
                <a:gd name="connsiteY34" fmla="*/ 2857499 h 5714999"/>
                <a:gd name="connsiteX35" fmla="*/ 1270413 w 5715000"/>
                <a:gd name="connsiteY35" fmla="*/ 3183986 h 5714999"/>
                <a:gd name="connsiteX36" fmla="*/ 1275821 w 5715000"/>
                <a:gd name="connsiteY36" fmla="*/ 3205020 h 5714999"/>
                <a:gd name="connsiteX37" fmla="*/ 0 w 5715000"/>
                <a:gd name="connsiteY37" fmla="*/ 2857500 h 5714999"/>
                <a:gd name="connsiteX38" fmla="*/ 5332166 w 5715000"/>
                <a:gd name="connsiteY38" fmla="*/ 1428750 h 5714999"/>
                <a:gd name="connsiteX39" fmla="*/ 4401512 w 5715000"/>
                <a:gd name="connsiteY39" fmla="*/ 2367137 h 5714999"/>
                <a:gd name="connsiteX40" fmla="*/ 4350193 w 5715000"/>
                <a:gd name="connsiteY40" fmla="*/ 2226922 h 5714999"/>
                <a:gd name="connsiteX41" fmla="*/ 4107571 w 5715000"/>
                <a:gd name="connsiteY41" fmla="*/ 1827029 h 5714999"/>
                <a:gd name="connsiteX42" fmla="*/ 4052155 w 5715000"/>
                <a:gd name="connsiteY42" fmla="*/ 1766056 h 5714999"/>
                <a:gd name="connsiteX43" fmla="*/ 382832 w 5715000"/>
                <a:gd name="connsiteY43" fmla="*/ 1428750 h 5714999"/>
                <a:gd name="connsiteX44" fmla="*/ 1662845 w 5715000"/>
                <a:gd name="connsiteY44" fmla="*/ 1766057 h 5714999"/>
                <a:gd name="connsiteX45" fmla="*/ 1607430 w 5715000"/>
                <a:gd name="connsiteY45" fmla="*/ 1827029 h 5714999"/>
                <a:gd name="connsiteX46" fmla="*/ 1364808 w 5715000"/>
                <a:gd name="connsiteY46" fmla="*/ 2226922 h 5714999"/>
                <a:gd name="connsiteX47" fmla="*/ 1313488 w 5715000"/>
                <a:gd name="connsiteY47" fmla="*/ 2367139 h 5714999"/>
                <a:gd name="connsiteX48" fmla="*/ 4286250 w 5715000"/>
                <a:gd name="connsiteY48" fmla="*/ 382832 h 5714999"/>
                <a:gd name="connsiteX49" fmla="*/ 3948943 w 5715000"/>
                <a:gd name="connsiteY49" fmla="*/ 1662844 h 5714999"/>
                <a:gd name="connsiteX50" fmla="*/ 3887970 w 5715000"/>
                <a:gd name="connsiteY50" fmla="*/ 1607429 h 5714999"/>
                <a:gd name="connsiteX51" fmla="*/ 3488077 w 5715000"/>
                <a:gd name="connsiteY51" fmla="*/ 1364807 h 5714999"/>
                <a:gd name="connsiteX52" fmla="*/ 3347861 w 5715000"/>
                <a:gd name="connsiteY52" fmla="*/ 1313487 h 5714999"/>
                <a:gd name="connsiteX53" fmla="*/ 1428749 w 5715000"/>
                <a:gd name="connsiteY53" fmla="*/ 382832 h 5714999"/>
                <a:gd name="connsiteX54" fmla="*/ 2367139 w 5715000"/>
                <a:gd name="connsiteY54" fmla="*/ 1313487 h 5714999"/>
                <a:gd name="connsiteX55" fmla="*/ 2226923 w 5715000"/>
                <a:gd name="connsiteY55" fmla="*/ 1364807 h 5714999"/>
                <a:gd name="connsiteX56" fmla="*/ 1827030 w 5715000"/>
                <a:gd name="connsiteY56" fmla="*/ 1607429 h 5714999"/>
                <a:gd name="connsiteX57" fmla="*/ 1766057 w 5715000"/>
                <a:gd name="connsiteY57" fmla="*/ 1662845 h 5714999"/>
                <a:gd name="connsiteX58" fmla="*/ 2857500 w 5715000"/>
                <a:gd name="connsiteY58" fmla="*/ 0 h 5714999"/>
                <a:gd name="connsiteX59" fmla="*/ 3205019 w 5715000"/>
                <a:gd name="connsiteY59" fmla="*/ 1275820 h 5714999"/>
                <a:gd name="connsiteX60" fmla="*/ 3183987 w 5715000"/>
                <a:gd name="connsiteY60" fmla="*/ 1270412 h 5714999"/>
                <a:gd name="connsiteX61" fmla="*/ 2857500 w 5715000"/>
                <a:gd name="connsiteY61" fmla="*/ 1237499 h 5714999"/>
                <a:gd name="connsiteX62" fmla="*/ 2531014 w 5715000"/>
                <a:gd name="connsiteY62" fmla="*/ 1270412 h 5714999"/>
                <a:gd name="connsiteX63" fmla="*/ 2509980 w 5715000"/>
                <a:gd name="connsiteY63" fmla="*/ 1275820 h 5714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5715000" h="5714999">
                  <a:moveTo>
                    <a:pt x="2509980" y="4439178"/>
                  </a:moveTo>
                  <a:lnTo>
                    <a:pt x="2531014" y="4444587"/>
                  </a:lnTo>
                  <a:cubicBezTo>
                    <a:pt x="2636472" y="4466166"/>
                    <a:pt x="2745663" y="4477499"/>
                    <a:pt x="2857500" y="4477499"/>
                  </a:cubicBezTo>
                  <a:cubicBezTo>
                    <a:pt x="2969338" y="4477499"/>
                    <a:pt x="3078529" y="4466166"/>
                    <a:pt x="3183987" y="4444587"/>
                  </a:cubicBezTo>
                  <a:lnTo>
                    <a:pt x="3205020" y="4439178"/>
                  </a:lnTo>
                  <a:lnTo>
                    <a:pt x="2857500" y="5714999"/>
                  </a:lnTo>
                  <a:close/>
                  <a:moveTo>
                    <a:pt x="3948943" y="4052155"/>
                  </a:moveTo>
                  <a:lnTo>
                    <a:pt x="4286250" y="5332167"/>
                  </a:lnTo>
                  <a:lnTo>
                    <a:pt x="3347861" y="4401512"/>
                  </a:lnTo>
                  <a:lnTo>
                    <a:pt x="3488077" y="4350192"/>
                  </a:lnTo>
                  <a:cubicBezTo>
                    <a:pt x="3633438" y="4288709"/>
                    <a:pt x="3767957" y="4206614"/>
                    <a:pt x="3887970" y="4107570"/>
                  </a:cubicBezTo>
                  <a:close/>
                  <a:moveTo>
                    <a:pt x="1766057" y="4052154"/>
                  </a:moveTo>
                  <a:lnTo>
                    <a:pt x="1827030" y="4107570"/>
                  </a:lnTo>
                  <a:cubicBezTo>
                    <a:pt x="1947044" y="4206614"/>
                    <a:pt x="2081563" y="4288709"/>
                    <a:pt x="2226923" y="4350192"/>
                  </a:cubicBezTo>
                  <a:lnTo>
                    <a:pt x="2367139" y="4401511"/>
                  </a:lnTo>
                  <a:lnTo>
                    <a:pt x="1428749" y="5332167"/>
                  </a:lnTo>
                  <a:close/>
                  <a:moveTo>
                    <a:pt x="4401512" y="3347860"/>
                  </a:moveTo>
                  <a:lnTo>
                    <a:pt x="5332166" y="4286249"/>
                  </a:lnTo>
                  <a:lnTo>
                    <a:pt x="4052155" y="3948942"/>
                  </a:lnTo>
                  <a:lnTo>
                    <a:pt x="4107571" y="3887970"/>
                  </a:lnTo>
                  <a:cubicBezTo>
                    <a:pt x="4206615" y="3767956"/>
                    <a:pt x="4288710" y="3633437"/>
                    <a:pt x="4350193" y="3488076"/>
                  </a:cubicBezTo>
                  <a:close/>
                  <a:moveTo>
                    <a:pt x="1313488" y="3347859"/>
                  </a:moveTo>
                  <a:lnTo>
                    <a:pt x="1364808" y="3488076"/>
                  </a:lnTo>
                  <a:cubicBezTo>
                    <a:pt x="1426290" y="3633437"/>
                    <a:pt x="1508386" y="3767956"/>
                    <a:pt x="1607430" y="3887970"/>
                  </a:cubicBezTo>
                  <a:lnTo>
                    <a:pt x="1662845" y="3948941"/>
                  </a:lnTo>
                  <a:lnTo>
                    <a:pt x="382831" y="4286249"/>
                  </a:lnTo>
                  <a:close/>
                  <a:moveTo>
                    <a:pt x="4439179" y="2509980"/>
                  </a:moveTo>
                  <a:lnTo>
                    <a:pt x="5715000" y="2857500"/>
                  </a:lnTo>
                  <a:lnTo>
                    <a:pt x="4439179" y="3205020"/>
                  </a:lnTo>
                  <a:lnTo>
                    <a:pt x="4444588" y="3183986"/>
                  </a:lnTo>
                  <a:cubicBezTo>
                    <a:pt x="4466167" y="3078527"/>
                    <a:pt x="4477500" y="2969337"/>
                    <a:pt x="4477500" y="2857499"/>
                  </a:cubicBezTo>
                  <a:cubicBezTo>
                    <a:pt x="4477500" y="2745662"/>
                    <a:pt x="4466167" y="2636471"/>
                    <a:pt x="4444588" y="2531013"/>
                  </a:cubicBezTo>
                  <a:close/>
                  <a:moveTo>
                    <a:pt x="1275821" y="2509980"/>
                  </a:moveTo>
                  <a:lnTo>
                    <a:pt x="1270413" y="2531013"/>
                  </a:lnTo>
                  <a:cubicBezTo>
                    <a:pt x="1248833" y="2636471"/>
                    <a:pt x="1237500" y="2745662"/>
                    <a:pt x="1237500" y="2857499"/>
                  </a:cubicBezTo>
                  <a:cubicBezTo>
                    <a:pt x="1237500" y="2969337"/>
                    <a:pt x="1248833" y="3078527"/>
                    <a:pt x="1270413" y="3183986"/>
                  </a:cubicBezTo>
                  <a:lnTo>
                    <a:pt x="1275821" y="3205020"/>
                  </a:lnTo>
                  <a:lnTo>
                    <a:pt x="0" y="2857500"/>
                  </a:lnTo>
                  <a:close/>
                  <a:moveTo>
                    <a:pt x="5332166" y="1428750"/>
                  </a:moveTo>
                  <a:lnTo>
                    <a:pt x="4401512" y="2367137"/>
                  </a:lnTo>
                  <a:lnTo>
                    <a:pt x="4350193" y="2226922"/>
                  </a:lnTo>
                  <a:cubicBezTo>
                    <a:pt x="4288710" y="2081562"/>
                    <a:pt x="4206615" y="1947042"/>
                    <a:pt x="4107571" y="1827029"/>
                  </a:cubicBezTo>
                  <a:lnTo>
                    <a:pt x="4052155" y="1766056"/>
                  </a:lnTo>
                  <a:close/>
                  <a:moveTo>
                    <a:pt x="382832" y="1428750"/>
                  </a:moveTo>
                  <a:lnTo>
                    <a:pt x="1662845" y="1766057"/>
                  </a:lnTo>
                  <a:lnTo>
                    <a:pt x="1607430" y="1827029"/>
                  </a:lnTo>
                  <a:cubicBezTo>
                    <a:pt x="1508386" y="1947042"/>
                    <a:pt x="1426290" y="2081562"/>
                    <a:pt x="1364808" y="2226922"/>
                  </a:cubicBezTo>
                  <a:lnTo>
                    <a:pt x="1313488" y="2367139"/>
                  </a:lnTo>
                  <a:close/>
                  <a:moveTo>
                    <a:pt x="4286250" y="382832"/>
                  </a:moveTo>
                  <a:lnTo>
                    <a:pt x="3948943" y="1662844"/>
                  </a:lnTo>
                  <a:lnTo>
                    <a:pt x="3887970" y="1607429"/>
                  </a:lnTo>
                  <a:cubicBezTo>
                    <a:pt x="3767957" y="1508385"/>
                    <a:pt x="3633438" y="1426289"/>
                    <a:pt x="3488077" y="1364807"/>
                  </a:cubicBezTo>
                  <a:lnTo>
                    <a:pt x="3347861" y="1313487"/>
                  </a:lnTo>
                  <a:close/>
                  <a:moveTo>
                    <a:pt x="1428749" y="382832"/>
                  </a:moveTo>
                  <a:lnTo>
                    <a:pt x="2367139" y="1313487"/>
                  </a:lnTo>
                  <a:lnTo>
                    <a:pt x="2226923" y="1364807"/>
                  </a:lnTo>
                  <a:cubicBezTo>
                    <a:pt x="2081563" y="1426289"/>
                    <a:pt x="1947044" y="1508385"/>
                    <a:pt x="1827030" y="1607429"/>
                  </a:cubicBezTo>
                  <a:lnTo>
                    <a:pt x="1766057" y="1662845"/>
                  </a:lnTo>
                  <a:close/>
                  <a:moveTo>
                    <a:pt x="2857500" y="0"/>
                  </a:moveTo>
                  <a:lnTo>
                    <a:pt x="3205019" y="1275820"/>
                  </a:lnTo>
                  <a:lnTo>
                    <a:pt x="3183987" y="1270412"/>
                  </a:lnTo>
                  <a:cubicBezTo>
                    <a:pt x="3078529" y="1248832"/>
                    <a:pt x="2969338" y="1237499"/>
                    <a:pt x="2857500" y="1237499"/>
                  </a:cubicBezTo>
                  <a:cubicBezTo>
                    <a:pt x="2745663" y="1237499"/>
                    <a:pt x="2636472" y="1248832"/>
                    <a:pt x="2531014" y="1270412"/>
                  </a:cubicBezTo>
                  <a:lnTo>
                    <a:pt x="2509980" y="1275820"/>
                  </a:lnTo>
                  <a:close/>
                </a:path>
              </a:pathLst>
            </a:cu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橢圓 8"/>
            <p:cNvSpPr/>
            <p:nvPr/>
          </p:nvSpPr>
          <p:spPr>
            <a:xfrm>
              <a:off x="4656000" y="1989000"/>
              <a:ext cx="2880000" cy="288000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0" name="矩形 9"/>
          <p:cNvSpPr/>
          <p:nvPr/>
        </p:nvSpPr>
        <p:spPr>
          <a:xfrm>
            <a:off x="5407200" y="3429000"/>
            <a:ext cx="5406850" cy="3430800"/>
          </a:xfrm>
          <a:prstGeom prst="rect">
            <a:avLst/>
          </a:prstGeom>
          <a:solidFill>
            <a:srgbClr val="292945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圖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625" y="3971680"/>
            <a:ext cx="2340000" cy="2338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5381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976050" y="0"/>
            <a:ext cx="8838000" cy="6858000"/>
          </a:xfrm>
          <a:prstGeom prst="rect">
            <a:avLst/>
          </a:prstGeom>
          <a:solidFill>
            <a:srgbClr val="FE000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4184649" y="1715399"/>
            <a:ext cx="4420800" cy="3427200"/>
          </a:xfrm>
          <a:prstGeom prst="rect">
            <a:avLst/>
          </a:prstGeom>
          <a:solidFill>
            <a:srgbClr val="0000A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" name="群組 6"/>
          <p:cNvGrpSpPr/>
          <p:nvPr/>
        </p:nvGrpSpPr>
        <p:grpSpPr>
          <a:xfrm>
            <a:off x="5095839" y="2129789"/>
            <a:ext cx="2598419" cy="2598419"/>
            <a:chOff x="3238500" y="571501"/>
            <a:chExt cx="5715000" cy="5714999"/>
          </a:xfrm>
        </p:grpSpPr>
        <p:sp>
          <p:nvSpPr>
            <p:cNvPr id="8" name="手繪多邊形 7"/>
            <p:cNvSpPr/>
            <p:nvPr/>
          </p:nvSpPr>
          <p:spPr>
            <a:xfrm>
              <a:off x="3238500" y="571501"/>
              <a:ext cx="5715000" cy="5714999"/>
            </a:xfrm>
            <a:custGeom>
              <a:avLst/>
              <a:gdLst>
                <a:gd name="connsiteX0" fmla="*/ 2509980 w 5715000"/>
                <a:gd name="connsiteY0" fmla="*/ 4439178 h 5714999"/>
                <a:gd name="connsiteX1" fmla="*/ 2531014 w 5715000"/>
                <a:gd name="connsiteY1" fmla="*/ 4444587 h 5714999"/>
                <a:gd name="connsiteX2" fmla="*/ 2857500 w 5715000"/>
                <a:gd name="connsiteY2" fmla="*/ 4477499 h 5714999"/>
                <a:gd name="connsiteX3" fmla="*/ 3183987 w 5715000"/>
                <a:gd name="connsiteY3" fmla="*/ 4444587 h 5714999"/>
                <a:gd name="connsiteX4" fmla="*/ 3205020 w 5715000"/>
                <a:gd name="connsiteY4" fmla="*/ 4439178 h 5714999"/>
                <a:gd name="connsiteX5" fmla="*/ 2857500 w 5715000"/>
                <a:gd name="connsiteY5" fmla="*/ 5714999 h 5714999"/>
                <a:gd name="connsiteX6" fmla="*/ 3948943 w 5715000"/>
                <a:gd name="connsiteY6" fmla="*/ 4052155 h 5714999"/>
                <a:gd name="connsiteX7" fmla="*/ 4286250 w 5715000"/>
                <a:gd name="connsiteY7" fmla="*/ 5332167 h 5714999"/>
                <a:gd name="connsiteX8" fmla="*/ 3347861 w 5715000"/>
                <a:gd name="connsiteY8" fmla="*/ 4401512 h 5714999"/>
                <a:gd name="connsiteX9" fmla="*/ 3488077 w 5715000"/>
                <a:gd name="connsiteY9" fmla="*/ 4350192 h 5714999"/>
                <a:gd name="connsiteX10" fmla="*/ 3887970 w 5715000"/>
                <a:gd name="connsiteY10" fmla="*/ 4107570 h 5714999"/>
                <a:gd name="connsiteX11" fmla="*/ 1766057 w 5715000"/>
                <a:gd name="connsiteY11" fmla="*/ 4052154 h 5714999"/>
                <a:gd name="connsiteX12" fmla="*/ 1827030 w 5715000"/>
                <a:gd name="connsiteY12" fmla="*/ 4107570 h 5714999"/>
                <a:gd name="connsiteX13" fmla="*/ 2226923 w 5715000"/>
                <a:gd name="connsiteY13" fmla="*/ 4350192 h 5714999"/>
                <a:gd name="connsiteX14" fmla="*/ 2367139 w 5715000"/>
                <a:gd name="connsiteY14" fmla="*/ 4401511 h 5714999"/>
                <a:gd name="connsiteX15" fmla="*/ 1428749 w 5715000"/>
                <a:gd name="connsiteY15" fmla="*/ 5332167 h 5714999"/>
                <a:gd name="connsiteX16" fmla="*/ 4401512 w 5715000"/>
                <a:gd name="connsiteY16" fmla="*/ 3347860 h 5714999"/>
                <a:gd name="connsiteX17" fmla="*/ 5332166 w 5715000"/>
                <a:gd name="connsiteY17" fmla="*/ 4286249 h 5714999"/>
                <a:gd name="connsiteX18" fmla="*/ 4052155 w 5715000"/>
                <a:gd name="connsiteY18" fmla="*/ 3948942 h 5714999"/>
                <a:gd name="connsiteX19" fmla="*/ 4107571 w 5715000"/>
                <a:gd name="connsiteY19" fmla="*/ 3887970 h 5714999"/>
                <a:gd name="connsiteX20" fmla="*/ 4350193 w 5715000"/>
                <a:gd name="connsiteY20" fmla="*/ 3488076 h 5714999"/>
                <a:gd name="connsiteX21" fmla="*/ 1313488 w 5715000"/>
                <a:gd name="connsiteY21" fmla="*/ 3347859 h 5714999"/>
                <a:gd name="connsiteX22" fmla="*/ 1364808 w 5715000"/>
                <a:gd name="connsiteY22" fmla="*/ 3488076 h 5714999"/>
                <a:gd name="connsiteX23" fmla="*/ 1607430 w 5715000"/>
                <a:gd name="connsiteY23" fmla="*/ 3887970 h 5714999"/>
                <a:gd name="connsiteX24" fmla="*/ 1662845 w 5715000"/>
                <a:gd name="connsiteY24" fmla="*/ 3948941 h 5714999"/>
                <a:gd name="connsiteX25" fmla="*/ 382831 w 5715000"/>
                <a:gd name="connsiteY25" fmla="*/ 4286249 h 5714999"/>
                <a:gd name="connsiteX26" fmla="*/ 4439179 w 5715000"/>
                <a:gd name="connsiteY26" fmla="*/ 2509980 h 5714999"/>
                <a:gd name="connsiteX27" fmla="*/ 5715000 w 5715000"/>
                <a:gd name="connsiteY27" fmla="*/ 2857500 h 5714999"/>
                <a:gd name="connsiteX28" fmla="*/ 4439179 w 5715000"/>
                <a:gd name="connsiteY28" fmla="*/ 3205020 h 5714999"/>
                <a:gd name="connsiteX29" fmla="*/ 4444588 w 5715000"/>
                <a:gd name="connsiteY29" fmla="*/ 3183986 h 5714999"/>
                <a:gd name="connsiteX30" fmla="*/ 4477500 w 5715000"/>
                <a:gd name="connsiteY30" fmla="*/ 2857499 h 5714999"/>
                <a:gd name="connsiteX31" fmla="*/ 4444588 w 5715000"/>
                <a:gd name="connsiteY31" fmla="*/ 2531013 h 5714999"/>
                <a:gd name="connsiteX32" fmla="*/ 1275821 w 5715000"/>
                <a:gd name="connsiteY32" fmla="*/ 2509980 h 5714999"/>
                <a:gd name="connsiteX33" fmla="*/ 1270413 w 5715000"/>
                <a:gd name="connsiteY33" fmla="*/ 2531013 h 5714999"/>
                <a:gd name="connsiteX34" fmla="*/ 1237500 w 5715000"/>
                <a:gd name="connsiteY34" fmla="*/ 2857499 h 5714999"/>
                <a:gd name="connsiteX35" fmla="*/ 1270413 w 5715000"/>
                <a:gd name="connsiteY35" fmla="*/ 3183986 h 5714999"/>
                <a:gd name="connsiteX36" fmla="*/ 1275821 w 5715000"/>
                <a:gd name="connsiteY36" fmla="*/ 3205020 h 5714999"/>
                <a:gd name="connsiteX37" fmla="*/ 0 w 5715000"/>
                <a:gd name="connsiteY37" fmla="*/ 2857500 h 5714999"/>
                <a:gd name="connsiteX38" fmla="*/ 5332166 w 5715000"/>
                <a:gd name="connsiteY38" fmla="*/ 1428750 h 5714999"/>
                <a:gd name="connsiteX39" fmla="*/ 4401512 w 5715000"/>
                <a:gd name="connsiteY39" fmla="*/ 2367137 h 5714999"/>
                <a:gd name="connsiteX40" fmla="*/ 4350193 w 5715000"/>
                <a:gd name="connsiteY40" fmla="*/ 2226922 h 5714999"/>
                <a:gd name="connsiteX41" fmla="*/ 4107571 w 5715000"/>
                <a:gd name="connsiteY41" fmla="*/ 1827029 h 5714999"/>
                <a:gd name="connsiteX42" fmla="*/ 4052155 w 5715000"/>
                <a:gd name="connsiteY42" fmla="*/ 1766056 h 5714999"/>
                <a:gd name="connsiteX43" fmla="*/ 382832 w 5715000"/>
                <a:gd name="connsiteY43" fmla="*/ 1428750 h 5714999"/>
                <a:gd name="connsiteX44" fmla="*/ 1662845 w 5715000"/>
                <a:gd name="connsiteY44" fmla="*/ 1766057 h 5714999"/>
                <a:gd name="connsiteX45" fmla="*/ 1607430 w 5715000"/>
                <a:gd name="connsiteY45" fmla="*/ 1827029 h 5714999"/>
                <a:gd name="connsiteX46" fmla="*/ 1364808 w 5715000"/>
                <a:gd name="connsiteY46" fmla="*/ 2226922 h 5714999"/>
                <a:gd name="connsiteX47" fmla="*/ 1313488 w 5715000"/>
                <a:gd name="connsiteY47" fmla="*/ 2367139 h 5714999"/>
                <a:gd name="connsiteX48" fmla="*/ 4286250 w 5715000"/>
                <a:gd name="connsiteY48" fmla="*/ 382832 h 5714999"/>
                <a:gd name="connsiteX49" fmla="*/ 3948943 w 5715000"/>
                <a:gd name="connsiteY49" fmla="*/ 1662844 h 5714999"/>
                <a:gd name="connsiteX50" fmla="*/ 3887970 w 5715000"/>
                <a:gd name="connsiteY50" fmla="*/ 1607429 h 5714999"/>
                <a:gd name="connsiteX51" fmla="*/ 3488077 w 5715000"/>
                <a:gd name="connsiteY51" fmla="*/ 1364807 h 5714999"/>
                <a:gd name="connsiteX52" fmla="*/ 3347861 w 5715000"/>
                <a:gd name="connsiteY52" fmla="*/ 1313487 h 5714999"/>
                <a:gd name="connsiteX53" fmla="*/ 1428749 w 5715000"/>
                <a:gd name="connsiteY53" fmla="*/ 382832 h 5714999"/>
                <a:gd name="connsiteX54" fmla="*/ 2367139 w 5715000"/>
                <a:gd name="connsiteY54" fmla="*/ 1313487 h 5714999"/>
                <a:gd name="connsiteX55" fmla="*/ 2226923 w 5715000"/>
                <a:gd name="connsiteY55" fmla="*/ 1364807 h 5714999"/>
                <a:gd name="connsiteX56" fmla="*/ 1827030 w 5715000"/>
                <a:gd name="connsiteY56" fmla="*/ 1607429 h 5714999"/>
                <a:gd name="connsiteX57" fmla="*/ 1766057 w 5715000"/>
                <a:gd name="connsiteY57" fmla="*/ 1662845 h 5714999"/>
                <a:gd name="connsiteX58" fmla="*/ 2857500 w 5715000"/>
                <a:gd name="connsiteY58" fmla="*/ 0 h 5714999"/>
                <a:gd name="connsiteX59" fmla="*/ 3205019 w 5715000"/>
                <a:gd name="connsiteY59" fmla="*/ 1275820 h 5714999"/>
                <a:gd name="connsiteX60" fmla="*/ 3183987 w 5715000"/>
                <a:gd name="connsiteY60" fmla="*/ 1270412 h 5714999"/>
                <a:gd name="connsiteX61" fmla="*/ 2857500 w 5715000"/>
                <a:gd name="connsiteY61" fmla="*/ 1237499 h 5714999"/>
                <a:gd name="connsiteX62" fmla="*/ 2531014 w 5715000"/>
                <a:gd name="connsiteY62" fmla="*/ 1270412 h 5714999"/>
                <a:gd name="connsiteX63" fmla="*/ 2509980 w 5715000"/>
                <a:gd name="connsiteY63" fmla="*/ 1275820 h 5714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5715000" h="5714999">
                  <a:moveTo>
                    <a:pt x="2509980" y="4439178"/>
                  </a:moveTo>
                  <a:lnTo>
                    <a:pt x="2531014" y="4444587"/>
                  </a:lnTo>
                  <a:cubicBezTo>
                    <a:pt x="2636472" y="4466166"/>
                    <a:pt x="2745663" y="4477499"/>
                    <a:pt x="2857500" y="4477499"/>
                  </a:cubicBezTo>
                  <a:cubicBezTo>
                    <a:pt x="2969338" y="4477499"/>
                    <a:pt x="3078529" y="4466166"/>
                    <a:pt x="3183987" y="4444587"/>
                  </a:cubicBezTo>
                  <a:lnTo>
                    <a:pt x="3205020" y="4439178"/>
                  </a:lnTo>
                  <a:lnTo>
                    <a:pt x="2857500" y="5714999"/>
                  </a:lnTo>
                  <a:close/>
                  <a:moveTo>
                    <a:pt x="3948943" y="4052155"/>
                  </a:moveTo>
                  <a:lnTo>
                    <a:pt x="4286250" y="5332167"/>
                  </a:lnTo>
                  <a:lnTo>
                    <a:pt x="3347861" y="4401512"/>
                  </a:lnTo>
                  <a:lnTo>
                    <a:pt x="3488077" y="4350192"/>
                  </a:lnTo>
                  <a:cubicBezTo>
                    <a:pt x="3633438" y="4288709"/>
                    <a:pt x="3767957" y="4206614"/>
                    <a:pt x="3887970" y="4107570"/>
                  </a:cubicBezTo>
                  <a:close/>
                  <a:moveTo>
                    <a:pt x="1766057" y="4052154"/>
                  </a:moveTo>
                  <a:lnTo>
                    <a:pt x="1827030" y="4107570"/>
                  </a:lnTo>
                  <a:cubicBezTo>
                    <a:pt x="1947044" y="4206614"/>
                    <a:pt x="2081563" y="4288709"/>
                    <a:pt x="2226923" y="4350192"/>
                  </a:cubicBezTo>
                  <a:lnTo>
                    <a:pt x="2367139" y="4401511"/>
                  </a:lnTo>
                  <a:lnTo>
                    <a:pt x="1428749" y="5332167"/>
                  </a:lnTo>
                  <a:close/>
                  <a:moveTo>
                    <a:pt x="4401512" y="3347860"/>
                  </a:moveTo>
                  <a:lnTo>
                    <a:pt x="5332166" y="4286249"/>
                  </a:lnTo>
                  <a:lnTo>
                    <a:pt x="4052155" y="3948942"/>
                  </a:lnTo>
                  <a:lnTo>
                    <a:pt x="4107571" y="3887970"/>
                  </a:lnTo>
                  <a:cubicBezTo>
                    <a:pt x="4206615" y="3767956"/>
                    <a:pt x="4288710" y="3633437"/>
                    <a:pt x="4350193" y="3488076"/>
                  </a:cubicBezTo>
                  <a:close/>
                  <a:moveTo>
                    <a:pt x="1313488" y="3347859"/>
                  </a:moveTo>
                  <a:lnTo>
                    <a:pt x="1364808" y="3488076"/>
                  </a:lnTo>
                  <a:cubicBezTo>
                    <a:pt x="1426290" y="3633437"/>
                    <a:pt x="1508386" y="3767956"/>
                    <a:pt x="1607430" y="3887970"/>
                  </a:cubicBezTo>
                  <a:lnTo>
                    <a:pt x="1662845" y="3948941"/>
                  </a:lnTo>
                  <a:lnTo>
                    <a:pt x="382831" y="4286249"/>
                  </a:lnTo>
                  <a:close/>
                  <a:moveTo>
                    <a:pt x="4439179" y="2509980"/>
                  </a:moveTo>
                  <a:lnTo>
                    <a:pt x="5715000" y="2857500"/>
                  </a:lnTo>
                  <a:lnTo>
                    <a:pt x="4439179" y="3205020"/>
                  </a:lnTo>
                  <a:lnTo>
                    <a:pt x="4444588" y="3183986"/>
                  </a:lnTo>
                  <a:cubicBezTo>
                    <a:pt x="4466167" y="3078527"/>
                    <a:pt x="4477500" y="2969337"/>
                    <a:pt x="4477500" y="2857499"/>
                  </a:cubicBezTo>
                  <a:cubicBezTo>
                    <a:pt x="4477500" y="2745662"/>
                    <a:pt x="4466167" y="2636471"/>
                    <a:pt x="4444588" y="2531013"/>
                  </a:cubicBezTo>
                  <a:close/>
                  <a:moveTo>
                    <a:pt x="1275821" y="2509980"/>
                  </a:moveTo>
                  <a:lnTo>
                    <a:pt x="1270413" y="2531013"/>
                  </a:lnTo>
                  <a:cubicBezTo>
                    <a:pt x="1248833" y="2636471"/>
                    <a:pt x="1237500" y="2745662"/>
                    <a:pt x="1237500" y="2857499"/>
                  </a:cubicBezTo>
                  <a:cubicBezTo>
                    <a:pt x="1237500" y="2969337"/>
                    <a:pt x="1248833" y="3078527"/>
                    <a:pt x="1270413" y="3183986"/>
                  </a:cubicBezTo>
                  <a:lnTo>
                    <a:pt x="1275821" y="3205020"/>
                  </a:lnTo>
                  <a:lnTo>
                    <a:pt x="0" y="2857500"/>
                  </a:lnTo>
                  <a:close/>
                  <a:moveTo>
                    <a:pt x="5332166" y="1428750"/>
                  </a:moveTo>
                  <a:lnTo>
                    <a:pt x="4401512" y="2367137"/>
                  </a:lnTo>
                  <a:lnTo>
                    <a:pt x="4350193" y="2226922"/>
                  </a:lnTo>
                  <a:cubicBezTo>
                    <a:pt x="4288710" y="2081562"/>
                    <a:pt x="4206615" y="1947042"/>
                    <a:pt x="4107571" y="1827029"/>
                  </a:cubicBezTo>
                  <a:lnTo>
                    <a:pt x="4052155" y="1766056"/>
                  </a:lnTo>
                  <a:close/>
                  <a:moveTo>
                    <a:pt x="382832" y="1428750"/>
                  </a:moveTo>
                  <a:lnTo>
                    <a:pt x="1662845" y="1766057"/>
                  </a:lnTo>
                  <a:lnTo>
                    <a:pt x="1607430" y="1827029"/>
                  </a:lnTo>
                  <a:cubicBezTo>
                    <a:pt x="1508386" y="1947042"/>
                    <a:pt x="1426290" y="2081562"/>
                    <a:pt x="1364808" y="2226922"/>
                  </a:cubicBezTo>
                  <a:lnTo>
                    <a:pt x="1313488" y="2367139"/>
                  </a:lnTo>
                  <a:close/>
                  <a:moveTo>
                    <a:pt x="4286250" y="382832"/>
                  </a:moveTo>
                  <a:lnTo>
                    <a:pt x="3948943" y="1662844"/>
                  </a:lnTo>
                  <a:lnTo>
                    <a:pt x="3887970" y="1607429"/>
                  </a:lnTo>
                  <a:cubicBezTo>
                    <a:pt x="3767957" y="1508385"/>
                    <a:pt x="3633438" y="1426289"/>
                    <a:pt x="3488077" y="1364807"/>
                  </a:cubicBezTo>
                  <a:lnTo>
                    <a:pt x="3347861" y="1313487"/>
                  </a:lnTo>
                  <a:close/>
                  <a:moveTo>
                    <a:pt x="1428749" y="382832"/>
                  </a:moveTo>
                  <a:lnTo>
                    <a:pt x="2367139" y="1313487"/>
                  </a:lnTo>
                  <a:lnTo>
                    <a:pt x="2226923" y="1364807"/>
                  </a:lnTo>
                  <a:cubicBezTo>
                    <a:pt x="2081563" y="1426289"/>
                    <a:pt x="1947044" y="1508385"/>
                    <a:pt x="1827030" y="1607429"/>
                  </a:cubicBezTo>
                  <a:lnTo>
                    <a:pt x="1766057" y="1662845"/>
                  </a:lnTo>
                  <a:close/>
                  <a:moveTo>
                    <a:pt x="2857500" y="0"/>
                  </a:moveTo>
                  <a:lnTo>
                    <a:pt x="3205019" y="1275820"/>
                  </a:lnTo>
                  <a:lnTo>
                    <a:pt x="3183987" y="1270412"/>
                  </a:lnTo>
                  <a:cubicBezTo>
                    <a:pt x="3078529" y="1248832"/>
                    <a:pt x="2969338" y="1237499"/>
                    <a:pt x="2857500" y="1237499"/>
                  </a:cubicBezTo>
                  <a:cubicBezTo>
                    <a:pt x="2745663" y="1237499"/>
                    <a:pt x="2636472" y="1248832"/>
                    <a:pt x="2531014" y="1270412"/>
                  </a:cubicBezTo>
                  <a:lnTo>
                    <a:pt x="2509980" y="1275820"/>
                  </a:lnTo>
                  <a:close/>
                </a:path>
              </a:pathLst>
            </a:cu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橢圓 8"/>
            <p:cNvSpPr/>
            <p:nvPr/>
          </p:nvSpPr>
          <p:spPr>
            <a:xfrm>
              <a:off x="4656000" y="1989000"/>
              <a:ext cx="2880000" cy="288000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0" name="矩形 9"/>
          <p:cNvSpPr/>
          <p:nvPr/>
        </p:nvSpPr>
        <p:spPr>
          <a:xfrm>
            <a:off x="-1" y="0"/>
            <a:ext cx="1976049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滇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黔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綏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靖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353823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976050" y="0"/>
            <a:ext cx="8838000" cy="6858000"/>
          </a:xfrm>
          <a:prstGeom prst="rect">
            <a:avLst/>
          </a:prstGeom>
          <a:solidFill>
            <a:srgbClr val="FE000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-1" y="0"/>
            <a:ext cx="1976049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廣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州</a:t>
            </a:r>
            <a:endParaRPr lang="en-US" altLang="zh-TW" sz="12500" b="1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綏</a:t>
            </a:r>
            <a:endParaRPr lang="en-US" altLang="zh-TW" sz="12500" b="1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靖</a:t>
            </a:r>
            <a:endParaRPr lang="en-US" altLang="zh-TW" sz="12500" b="1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184649" y="1715399"/>
            <a:ext cx="4420800" cy="3427200"/>
          </a:xfrm>
          <a:prstGeom prst="rect">
            <a:avLst/>
          </a:prstGeom>
          <a:solidFill>
            <a:srgbClr val="0000A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2" name="群組 11"/>
          <p:cNvGrpSpPr/>
          <p:nvPr/>
        </p:nvGrpSpPr>
        <p:grpSpPr>
          <a:xfrm>
            <a:off x="5095839" y="2129789"/>
            <a:ext cx="2598419" cy="2598419"/>
            <a:chOff x="3238500" y="571501"/>
            <a:chExt cx="5715000" cy="5714999"/>
          </a:xfrm>
        </p:grpSpPr>
        <p:sp>
          <p:nvSpPr>
            <p:cNvPr id="13" name="手繪多邊形 12"/>
            <p:cNvSpPr/>
            <p:nvPr/>
          </p:nvSpPr>
          <p:spPr>
            <a:xfrm>
              <a:off x="3238500" y="571501"/>
              <a:ext cx="5715000" cy="5714999"/>
            </a:xfrm>
            <a:custGeom>
              <a:avLst/>
              <a:gdLst>
                <a:gd name="connsiteX0" fmla="*/ 2509980 w 5715000"/>
                <a:gd name="connsiteY0" fmla="*/ 4439178 h 5714999"/>
                <a:gd name="connsiteX1" fmla="*/ 2531014 w 5715000"/>
                <a:gd name="connsiteY1" fmla="*/ 4444587 h 5714999"/>
                <a:gd name="connsiteX2" fmla="*/ 2857500 w 5715000"/>
                <a:gd name="connsiteY2" fmla="*/ 4477499 h 5714999"/>
                <a:gd name="connsiteX3" fmla="*/ 3183987 w 5715000"/>
                <a:gd name="connsiteY3" fmla="*/ 4444587 h 5714999"/>
                <a:gd name="connsiteX4" fmla="*/ 3205020 w 5715000"/>
                <a:gd name="connsiteY4" fmla="*/ 4439178 h 5714999"/>
                <a:gd name="connsiteX5" fmla="*/ 2857500 w 5715000"/>
                <a:gd name="connsiteY5" fmla="*/ 5714999 h 5714999"/>
                <a:gd name="connsiteX6" fmla="*/ 3948943 w 5715000"/>
                <a:gd name="connsiteY6" fmla="*/ 4052155 h 5714999"/>
                <a:gd name="connsiteX7" fmla="*/ 4286250 w 5715000"/>
                <a:gd name="connsiteY7" fmla="*/ 5332167 h 5714999"/>
                <a:gd name="connsiteX8" fmla="*/ 3347861 w 5715000"/>
                <a:gd name="connsiteY8" fmla="*/ 4401512 h 5714999"/>
                <a:gd name="connsiteX9" fmla="*/ 3488077 w 5715000"/>
                <a:gd name="connsiteY9" fmla="*/ 4350192 h 5714999"/>
                <a:gd name="connsiteX10" fmla="*/ 3887970 w 5715000"/>
                <a:gd name="connsiteY10" fmla="*/ 4107570 h 5714999"/>
                <a:gd name="connsiteX11" fmla="*/ 1766057 w 5715000"/>
                <a:gd name="connsiteY11" fmla="*/ 4052154 h 5714999"/>
                <a:gd name="connsiteX12" fmla="*/ 1827030 w 5715000"/>
                <a:gd name="connsiteY12" fmla="*/ 4107570 h 5714999"/>
                <a:gd name="connsiteX13" fmla="*/ 2226923 w 5715000"/>
                <a:gd name="connsiteY13" fmla="*/ 4350192 h 5714999"/>
                <a:gd name="connsiteX14" fmla="*/ 2367139 w 5715000"/>
                <a:gd name="connsiteY14" fmla="*/ 4401511 h 5714999"/>
                <a:gd name="connsiteX15" fmla="*/ 1428749 w 5715000"/>
                <a:gd name="connsiteY15" fmla="*/ 5332167 h 5714999"/>
                <a:gd name="connsiteX16" fmla="*/ 4401512 w 5715000"/>
                <a:gd name="connsiteY16" fmla="*/ 3347860 h 5714999"/>
                <a:gd name="connsiteX17" fmla="*/ 5332166 w 5715000"/>
                <a:gd name="connsiteY17" fmla="*/ 4286249 h 5714999"/>
                <a:gd name="connsiteX18" fmla="*/ 4052155 w 5715000"/>
                <a:gd name="connsiteY18" fmla="*/ 3948942 h 5714999"/>
                <a:gd name="connsiteX19" fmla="*/ 4107571 w 5715000"/>
                <a:gd name="connsiteY19" fmla="*/ 3887970 h 5714999"/>
                <a:gd name="connsiteX20" fmla="*/ 4350193 w 5715000"/>
                <a:gd name="connsiteY20" fmla="*/ 3488076 h 5714999"/>
                <a:gd name="connsiteX21" fmla="*/ 1313488 w 5715000"/>
                <a:gd name="connsiteY21" fmla="*/ 3347859 h 5714999"/>
                <a:gd name="connsiteX22" fmla="*/ 1364808 w 5715000"/>
                <a:gd name="connsiteY22" fmla="*/ 3488076 h 5714999"/>
                <a:gd name="connsiteX23" fmla="*/ 1607430 w 5715000"/>
                <a:gd name="connsiteY23" fmla="*/ 3887970 h 5714999"/>
                <a:gd name="connsiteX24" fmla="*/ 1662845 w 5715000"/>
                <a:gd name="connsiteY24" fmla="*/ 3948941 h 5714999"/>
                <a:gd name="connsiteX25" fmla="*/ 382831 w 5715000"/>
                <a:gd name="connsiteY25" fmla="*/ 4286249 h 5714999"/>
                <a:gd name="connsiteX26" fmla="*/ 4439179 w 5715000"/>
                <a:gd name="connsiteY26" fmla="*/ 2509980 h 5714999"/>
                <a:gd name="connsiteX27" fmla="*/ 5715000 w 5715000"/>
                <a:gd name="connsiteY27" fmla="*/ 2857500 h 5714999"/>
                <a:gd name="connsiteX28" fmla="*/ 4439179 w 5715000"/>
                <a:gd name="connsiteY28" fmla="*/ 3205020 h 5714999"/>
                <a:gd name="connsiteX29" fmla="*/ 4444588 w 5715000"/>
                <a:gd name="connsiteY29" fmla="*/ 3183986 h 5714999"/>
                <a:gd name="connsiteX30" fmla="*/ 4477500 w 5715000"/>
                <a:gd name="connsiteY30" fmla="*/ 2857499 h 5714999"/>
                <a:gd name="connsiteX31" fmla="*/ 4444588 w 5715000"/>
                <a:gd name="connsiteY31" fmla="*/ 2531013 h 5714999"/>
                <a:gd name="connsiteX32" fmla="*/ 1275821 w 5715000"/>
                <a:gd name="connsiteY32" fmla="*/ 2509980 h 5714999"/>
                <a:gd name="connsiteX33" fmla="*/ 1270413 w 5715000"/>
                <a:gd name="connsiteY33" fmla="*/ 2531013 h 5714999"/>
                <a:gd name="connsiteX34" fmla="*/ 1237500 w 5715000"/>
                <a:gd name="connsiteY34" fmla="*/ 2857499 h 5714999"/>
                <a:gd name="connsiteX35" fmla="*/ 1270413 w 5715000"/>
                <a:gd name="connsiteY35" fmla="*/ 3183986 h 5714999"/>
                <a:gd name="connsiteX36" fmla="*/ 1275821 w 5715000"/>
                <a:gd name="connsiteY36" fmla="*/ 3205020 h 5714999"/>
                <a:gd name="connsiteX37" fmla="*/ 0 w 5715000"/>
                <a:gd name="connsiteY37" fmla="*/ 2857500 h 5714999"/>
                <a:gd name="connsiteX38" fmla="*/ 5332166 w 5715000"/>
                <a:gd name="connsiteY38" fmla="*/ 1428750 h 5714999"/>
                <a:gd name="connsiteX39" fmla="*/ 4401512 w 5715000"/>
                <a:gd name="connsiteY39" fmla="*/ 2367137 h 5714999"/>
                <a:gd name="connsiteX40" fmla="*/ 4350193 w 5715000"/>
                <a:gd name="connsiteY40" fmla="*/ 2226922 h 5714999"/>
                <a:gd name="connsiteX41" fmla="*/ 4107571 w 5715000"/>
                <a:gd name="connsiteY41" fmla="*/ 1827029 h 5714999"/>
                <a:gd name="connsiteX42" fmla="*/ 4052155 w 5715000"/>
                <a:gd name="connsiteY42" fmla="*/ 1766056 h 5714999"/>
                <a:gd name="connsiteX43" fmla="*/ 382832 w 5715000"/>
                <a:gd name="connsiteY43" fmla="*/ 1428750 h 5714999"/>
                <a:gd name="connsiteX44" fmla="*/ 1662845 w 5715000"/>
                <a:gd name="connsiteY44" fmla="*/ 1766057 h 5714999"/>
                <a:gd name="connsiteX45" fmla="*/ 1607430 w 5715000"/>
                <a:gd name="connsiteY45" fmla="*/ 1827029 h 5714999"/>
                <a:gd name="connsiteX46" fmla="*/ 1364808 w 5715000"/>
                <a:gd name="connsiteY46" fmla="*/ 2226922 h 5714999"/>
                <a:gd name="connsiteX47" fmla="*/ 1313488 w 5715000"/>
                <a:gd name="connsiteY47" fmla="*/ 2367139 h 5714999"/>
                <a:gd name="connsiteX48" fmla="*/ 4286250 w 5715000"/>
                <a:gd name="connsiteY48" fmla="*/ 382832 h 5714999"/>
                <a:gd name="connsiteX49" fmla="*/ 3948943 w 5715000"/>
                <a:gd name="connsiteY49" fmla="*/ 1662844 h 5714999"/>
                <a:gd name="connsiteX50" fmla="*/ 3887970 w 5715000"/>
                <a:gd name="connsiteY50" fmla="*/ 1607429 h 5714999"/>
                <a:gd name="connsiteX51" fmla="*/ 3488077 w 5715000"/>
                <a:gd name="connsiteY51" fmla="*/ 1364807 h 5714999"/>
                <a:gd name="connsiteX52" fmla="*/ 3347861 w 5715000"/>
                <a:gd name="connsiteY52" fmla="*/ 1313487 h 5714999"/>
                <a:gd name="connsiteX53" fmla="*/ 1428749 w 5715000"/>
                <a:gd name="connsiteY53" fmla="*/ 382832 h 5714999"/>
                <a:gd name="connsiteX54" fmla="*/ 2367139 w 5715000"/>
                <a:gd name="connsiteY54" fmla="*/ 1313487 h 5714999"/>
                <a:gd name="connsiteX55" fmla="*/ 2226923 w 5715000"/>
                <a:gd name="connsiteY55" fmla="*/ 1364807 h 5714999"/>
                <a:gd name="connsiteX56" fmla="*/ 1827030 w 5715000"/>
                <a:gd name="connsiteY56" fmla="*/ 1607429 h 5714999"/>
                <a:gd name="connsiteX57" fmla="*/ 1766057 w 5715000"/>
                <a:gd name="connsiteY57" fmla="*/ 1662845 h 5714999"/>
                <a:gd name="connsiteX58" fmla="*/ 2857500 w 5715000"/>
                <a:gd name="connsiteY58" fmla="*/ 0 h 5714999"/>
                <a:gd name="connsiteX59" fmla="*/ 3205019 w 5715000"/>
                <a:gd name="connsiteY59" fmla="*/ 1275820 h 5714999"/>
                <a:gd name="connsiteX60" fmla="*/ 3183987 w 5715000"/>
                <a:gd name="connsiteY60" fmla="*/ 1270412 h 5714999"/>
                <a:gd name="connsiteX61" fmla="*/ 2857500 w 5715000"/>
                <a:gd name="connsiteY61" fmla="*/ 1237499 h 5714999"/>
                <a:gd name="connsiteX62" fmla="*/ 2531014 w 5715000"/>
                <a:gd name="connsiteY62" fmla="*/ 1270412 h 5714999"/>
                <a:gd name="connsiteX63" fmla="*/ 2509980 w 5715000"/>
                <a:gd name="connsiteY63" fmla="*/ 1275820 h 5714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5715000" h="5714999">
                  <a:moveTo>
                    <a:pt x="2509980" y="4439178"/>
                  </a:moveTo>
                  <a:lnTo>
                    <a:pt x="2531014" y="4444587"/>
                  </a:lnTo>
                  <a:cubicBezTo>
                    <a:pt x="2636472" y="4466166"/>
                    <a:pt x="2745663" y="4477499"/>
                    <a:pt x="2857500" y="4477499"/>
                  </a:cubicBezTo>
                  <a:cubicBezTo>
                    <a:pt x="2969338" y="4477499"/>
                    <a:pt x="3078529" y="4466166"/>
                    <a:pt x="3183987" y="4444587"/>
                  </a:cubicBezTo>
                  <a:lnTo>
                    <a:pt x="3205020" y="4439178"/>
                  </a:lnTo>
                  <a:lnTo>
                    <a:pt x="2857500" y="5714999"/>
                  </a:lnTo>
                  <a:close/>
                  <a:moveTo>
                    <a:pt x="3948943" y="4052155"/>
                  </a:moveTo>
                  <a:lnTo>
                    <a:pt x="4286250" y="5332167"/>
                  </a:lnTo>
                  <a:lnTo>
                    <a:pt x="3347861" y="4401512"/>
                  </a:lnTo>
                  <a:lnTo>
                    <a:pt x="3488077" y="4350192"/>
                  </a:lnTo>
                  <a:cubicBezTo>
                    <a:pt x="3633438" y="4288709"/>
                    <a:pt x="3767957" y="4206614"/>
                    <a:pt x="3887970" y="4107570"/>
                  </a:cubicBezTo>
                  <a:close/>
                  <a:moveTo>
                    <a:pt x="1766057" y="4052154"/>
                  </a:moveTo>
                  <a:lnTo>
                    <a:pt x="1827030" y="4107570"/>
                  </a:lnTo>
                  <a:cubicBezTo>
                    <a:pt x="1947044" y="4206614"/>
                    <a:pt x="2081563" y="4288709"/>
                    <a:pt x="2226923" y="4350192"/>
                  </a:cubicBezTo>
                  <a:lnTo>
                    <a:pt x="2367139" y="4401511"/>
                  </a:lnTo>
                  <a:lnTo>
                    <a:pt x="1428749" y="5332167"/>
                  </a:lnTo>
                  <a:close/>
                  <a:moveTo>
                    <a:pt x="4401512" y="3347860"/>
                  </a:moveTo>
                  <a:lnTo>
                    <a:pt x="5332166" y="4286249"/>
                  </a:lnTo>
                  <a:lnTo>
                    <a:pt x="4052155" y="3948942"/>
                  </a:lnTo>
                  <a:lnTo>
                    <a:pt x="4107571" y="3887970"/>
                  </a:lnTo>
                  <a:cubicBezTo>
                    <a:pt x="4206615" y="3767956"/>
                    <a:pt x="4288710" y="3633437"/>
                    <a:pt x="4350193" y="3488076"/>
                  </a:cubicBezTo>
                  <a:close/>
                  <a:moveTo>
                    <a:pt x="1313488" y="3347859"/>
                  </a:moveTo>
                  <a:lnTo>
                    <a:pt x="1364808" y="3488076"/>
                  </a:lnTo>
                  <a:cubicBezTo>
                    <a:pt x="1426290" y="3633437"/>
                    <a:pt x="1508386" y="3767956"/>
                    <a:pt x="1607430" y="3887970"/>
                  </a:cubicBezTo>
                  <a:lnTo>
                    <a:pt x="1662845" y="3948941"/>
                  </a:lnTo>
                  <a:lnTo>
                    <a:pt x="382831" y="4286249"/>
                  </a:lnTo>
                  <a:close/>
                  <a:moveTo>
                    <a:pt x="4439179" y="2509980"/>
                  </a:moveTo>
                  <a:lnTo>
                    <a:pt x="5715000" y="2857500"/>
                  </a:lnTo>
                  <a:lnTo>
                    <a:pt x="4439179" y="3205020"/>
                  </a:lnTo>
                  <a:lnTo>
                    <a:pt x="4444588" y="3183986"/>
                  </a:lnTo>
                  <a:cubicBezTo>
                    <a:pt x="4466167" y="3078527"/>
                    <a:pt x="4477500" y="2969337"/>
                    <a:pt x="4477500" y="2857499"/>
                  </a:cubicBezTo>
                  <a:cubicBezTo>
                    <a:pt x="4477500" y="2745662"/>
                    <a:pt x="4466167" y="2636471"/>
                    <a:pt x="4444588" y="2531013"/>
                  </a:cubicBezTo>
                  <a:close/>
                  <a:moveTo>
                    <a:pt x="1275821" y="2509980"/>
                  </a:moveTo>
                  <a:lnTo>
                    <a:pt x="1270413" y="2531013"/>
                  </a:lnTo>
                  <a:cubicBezTo>
                    <a:pt x="1248833" y="2636471"/>
                    <a:pt x="1237500" y="2745662"/>
                    <a:pt x="1237500" y="2857499"/>
                  </a:cubicBezTo>
                  <a:cubicBezTo>
                    <a:pt x="1237500" y="2969337"/>
                    <a:pt x="1248833" y="3078527"/>
                    <a:pt x="1270413" y="3183986"/>
                  </a:cubicBezTo>
                  <a:lnTo>
                    <a:pt x="1275821" y="3205020"/>
                  </a:lnTo>
                  <a:lnTo>
                    <a:pt x="0" y="2857500"/>
                  </a:lnTo>
                  <a:close/>
                  <a:moveTo>
                    <a:pt x="5332166" y="1428750"/>
                  </a:moveTo>
                  <a:lnTo>
                    <a:pt x="4401512" y="2367137"/>
                  </a:lnTo>
                  <a:lnTo>
                    <a:pt x="4350193" y="2226922"/>
                  </a:lnTo>
                  <a:cubicBezTo>
                    <a:pt x="4288710" y="2081562"/>
                    <a:pt x="4206615" y="1947042"/>
                    <a:pt x="4107571" y="1827029"/>
                  </a:cubicBezTo>
                  <a:lnTo>
                    <a:pt x="4052155" y="1766056"/>
                  </a:lnTo>
                  <a:close/>
                  <a:moveTo>
                    <a:pt x="382832" y="1428750"/>
                  </a:moveTo>
                  <a:lnTo>
                    <a:pt x="1662845" y="1766057"/>
                  </a:lnTo>
                  <a:lnTo>
                    <a:pt x="1607430" y="1827029"/>
                  </a:lnTo>
                  <a:cubicBezTo>
                    <a:pt x="1508386" y="1947042"/>
                    <a:pt x="1426290" y="2081562"/>
                    <a:pt x="1364808" y="2226922"/>
                  </a:cubicBezTo>
                  <a:lnTo>
                    <a:pt x="1313488" y="2367139"/>
                  </a:lnTo>
                  <a:close/>
                  <a:moveTo>
                    <a:pt x="4286250" y="382832"/>
                  </a:moveTo>
                  <a:lnTo>
                    <a:pt x="3948943" y="1662844"/>
                  </a:lnTo>
                  <a:lnTo>
                    <a:pt x="3887970" y="1607429"/>
                  </a:lnTo>
                  <a:cubicBezTo>
                    <a:pt x="3767957" y="1508385"/>
                    <a:pt x="3633438" y="1426289"/>
                    <a:pt x="3488077" y="1364807"/>
                  </a:cubicBezTo>
                  <a:lnTo>
                    <a:pt x="3347861" y="1313487"/>
                  </a:lnTo>
                  <a:close/>
                  <a:moveTo>
                    <a:pt x="1428749" y="382832"/>
                  </a:moveTo>
                  <a:lnTo>
                    <a:pt x="2367139" y="1313487"/>
                  </a:lnTo>
                  <a:lnTo>
                    <a:pt x="2226923" y="1364807"/>
                  </a:lnTo>
                  <a:cubicBezTo>
                    <a:pt x="2081563" y="1426289"/>
                    <a:pt x="1947044" y="1508385"/>
                    <a:pt x="1827030" y="1607429"/>
                  </a:cubicBezTo>
                  <a:lnTo>
                    <a:pt x="1766057" y="1662845"/>
                  </a:lnTo>
                  <a:close/>
                  <a:moveTo>
                    <a:pt x="2857500" y="0"/>
                  </a:moveTo>
                  <a:lnTo>
                    <a:pt x="3205019" y="1275820"/>
                  </a:lnTo>
                  <a:lnTo>
                    <a:pt x="3183987" y="1270412"/>
                  </a:lnTo>
                  <a:cubicBezTo>
                    <a:pt x="3078529" y="1248832"/>
                    <a:pt x="2969338" y="1237499"/>
                    <a:pt x="2857500" y="1237499"/>
                  </a:cubicBezTo>
                  <a:cubicBezTo>
                    <a:pt x="2745663" y="1237499"/>
                    <a:pt x="2636472" y="1248832"/>
                    <a:pt x="2531014" y="1270412"/>
                  </a:cubicBezTo>
                  <a:lnTo>
                    <a:pt x="2509980" y="1275820"/>
                  </a:lnTo>
                  <a:close/>
                </a:path>
              </a:pathLst>
            </a:cu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橢圓 13"/>
            <p:cNvSpPr/>
            <p:nvPr/>
          </p:nvSpPr>
          <p:spPr>
            <a:xfrm>
              <a:off x="4656000" y="1989000"/>
              <a:ext cx="2880000" cy="288000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777767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976050" y="0"/>
            <a:ext cx="8838000" cy="6858000"/>
          </a:xfrm>
          <a:prstGeom prst="rect">
            <a:avLst/>
          </a:prstGeom>
          <a:solidFill>
            <a:srgbClr val="FE000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-1" y="0"/>
            <a:ext cx="1976049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太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原綏</a:t>
            </a:r>
            <a:endParaRPr lang="en-US" altLang="zh-TW" sz="12500" b="1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靖</a:t>
            </a:r>
            <a:endParaRPr lang="en-US" altLang="zh-TW" sz="12500" b="1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184649" y="1715399"/>
            <a:ext cx="4420800" cy="3427200"/>
          </a:xfrm>
          <a:prstGeom prst="rect">
            <a:avLst/>
          </a:prstGeom>
          <a:solidFill>
            <a:srgbClr val="0000A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2" name="群組 11"/>
          <p:cNvGrpSpPr/>
          <p:nvPr/>
        </p:nvGrpSpPr>
        <p:grpSpPr>
          <a:xfrm>
            <a:off x="5095839" y="2129789"/>
            <a:ext cx="2598419" cy="2598419"/>
            <a:chOff x="3238500" y="571501"/>
            <a:chExt cx="5715000" cy="5714999"/>
          </a:xfrm>
        </p:grpSpPr>
        <p:sp>
          <p:nvSpPr>
            <p:cNvPr id="13" name="手繪多邊形 12"/>
            <p:cNvSpPr/>
            <p:nvPr/>
          </p:nvSpPr>
          <p:spPr>
            <a:xfrm>
              <a:off x="3238500" y="571501"/>
              <a:ext cx="5715000" cy="5714999"/>
            </a:xfrm>
            <a:custGeom>
              <a:avLst/>
              <a:gdLst>
                <a:gd name="connsiteX0" fmla="*/ 2509980 w 5715000"/>
                <a:gd name="connsiteY0" fmla="*/ 4439178 h 5714999"/>
                <a:gd name="connsiteX1" fmla="*/ 2531014 w 5715000"/>
                <a:gd name="connsiteY1" fmla="*/ 4444587 h 5714999"/>
                <a:gd name="connsiteX2" fmla="*/ 2857500 w 5715000"/>
                <a:gd name="connsiteY2" fmla="*/ 4477499 h 5714999"/>
                <a:gd name="connsiteX3" fmla="*/ 3183987 w 5715000"/>
                <a:gd name="connsiteY3" fmla="*/ 4444587 h 5714999"/>
                <a:gd name="connsiteX4" fmla="*/ 3205020 w 5715000"/>
                <a:gd name="connsiteY4" fmla="*/ 4439178 h 5714999"/>
                <a:gd name="connsiteX5" fmla="*/ 2857500 w 5715000"/>
                <a:gd name="connsiteY5" fmla="*/ 5714999 h 5714999"/>
                <a:gd name="connsiteX6" fmla="*/ 3948943 w 5715000"/>
                <a:gd name="connsiteY6" fmla="*/ 4052155 h 5714999"/>
                <a:gd name="connsiteX7" fmla="*/ 4286250 w 5715000"/>
                <a:gd name="connsiteY7" fmla="*/ 5332167 h 5714999"/>
                <a:gd name="connsiteX8" fmla="*/ 3347861 w 5715000"/>
                <a:gd name="connsiteY8" fmla="*/ 4401512 h 5714999"/>
                <a:gd name="connsiteX9" fmla="*/ 3488077 w 5715000"/>
                <a:gd name="connsiteY9" fmla="*/ 4350192 h 5714999"/>
                <a:gd name="connsiteX10" fmla="*/ 3887970 w 5715000"/>
                <a:gd name="connsiteY10" fmla="*/ 4107570 h 5714999"/>
                <a:gd name="connsiteX11" fmla="*/ 1766057 w 5715000"/>
                <a:gd name="connsiteY11" fmla="*/ 4052154 h 5714999"/>
                <a:gd name="connsiteX12" fmla="*/ 1827030 w 5715000"/>
                <a:gd name="connsiteY12" fmla="*/ 4107570 h 5714999"/>
                <a:gd name="connsiteX13" fmla="*/ 2226923 w 5715000"/>
                <a:gd name="connsiteY13" fmla="*/ 4350192 h 5714999"/>
                <a:gd name="connsiteX14" fmla="*/ 2367139 w 5715000"/>
                <a:gd name="connsiteY14" fmla="*/ 4401511 h 5714999"/>
                <a:gd name="connsiteX15" fmla="*/ 1428749 w 5715000"/>
                <a:gd name="connsiteY15" fmla="*/ 5332167 h 5714999"/>
                <a:gd name="connsiteX16" fmla="*/ 4401512 w 5715000"/>
                <a:gd name="connsiteY16" fmla="*/ 3347860 h 5714999"/>
                <a:gd name="connsiteX17" fmla="*/ 5332166 w 5715000"/>
                <a:gd name="connsiteY17" fmla="*/ 4286249 h 5714999"/>
                <a:gd name="connsiteX18" fmla="*/ 4052155 w 5715000"/>
                <a:gd name="connsiteY18" fmla="*/ 3948942 h 5714999"/>
                <a:gd name="connsiteX19" fmla="*/ 4107571 w 5715000"/>
                <a:gd name="connsiteY19" fmla="*/ 3887970 h 5714999"/>
                <a:gd name="connsiteX20" fmla="*/ 4350193 w 5715000"/>
                <a:gd name="connsiteY20" fmla="*/ 3488076 h 5714999"/>
                <a:gd name="connsiteX21" fmla="*/ 1313488 w 5715000"/>
                <a:gd name="connsiteY21" fmla="*/ 3347859 h 5714999"/>
                <a:gd name="connsiteX22" fmla="*/ 1364808 w 5715000"/>
                <a:gd name="connsiteY22" fmla="*/ 3488076 h 5714999"/>
                <a:gd name="connsiteX23" fmla="*/ 1607430 w 5715000"/>
                <a:gd name="connsiteY23" fmla="*/ 3887970 h 5714999"/>
                <a:gd name="connsiteX24" fmla="*/ 1662845 w 5715000"/>
                <a:gd name="connsiteY24" fmla="*/ 3948941 h 5714999"/>
                <a:gd name="connsiteX25" fmla="*/ 382831 w 5715000"/>
                <a:gd name="connsiteY25" fmla="*/ 4286249 h 5714999"/>
                <a:gd name="connsiteX26" fmla="*/ 4439179 w 5715000"/>
                <a:gd name="connsiteY26" fmla="*/ 2509980 h 5714999"/>
                <a:gd name="connsiteX27" fmla="*/ 5715000 w 5715000"/>
                <a:gd name="connsiteY27" fmla="*/ 2857500 h 5714999"/>
                <a:gd name="connsiteX28" fmla="*/ 4439179 w 5715000"/>
                <a:gd name="connsiteY28" fmla="*/ 3205020 h 5714999"/>
                <a:gd name="connsiteX29" fmla="*/ 4444588 w 5715000"/>
                <a:gd name="connsiteY29" fmla="*/ 3183986 h 5714999"/>
                <a:gd name="connsiteX30" fmla="*/ 4477500 w 5715000"/>
                <a:gd name="connsiteY30" fmla="*/ 2857499 h 5714999"/>
                <a:gd name="connsiteX31" fmla="*/ 4444588 w 5715000"/>
                <a:gd name="connsiteY31" fmla="*/ 2531013 h 5714999"/>
                <a:gd name="connsiteX32" fmla="*/ 1275821 w 5715000"/>
                <a:gd name="connsiteY32" fmla="*/ 2509980 h 5714999"/>
                <a:gd name="connsiteX33" fmla="*/ 1270413 w 5715000"/>
                <a:gd name="connsiteY33" fmla="*/ 2531013 h 5714999"/>
                <a:gd name="connsiteX34" fmla="*/ 1237500 w 5715000"/>
                <a:gd name="connsiteY34" fmla="*/ 2857499 h 5714999"/>
                <a:gd name="connsiteX35" fmla="*/ 1270413 w 5715000"/>
                <a:gd name="connsiteY35" fmla="*/ 3183986 h 5714999"/>
                <a:gd name="connsiteX36" fmla="*/ 1275821 w 5715000"/>
                <a:gd name="connsiteY36" fmla="*/ 3205020 h 5714999"/>
                <a:gd name="connsiteX37" fmla="*/ 0 w 5715000"/>
                <a:gd name="connsiteY37" fmla="*/ 2857500 h 5714999"/>
                <a:gd name="connsiteX38" fmla="*/ 5332166 w 5715000"/>
                <a:gd name="connsiteY38" fmla="*/ 1428750 h 5714999"/>
                <a:gd name="connsiteX39" fmla="*/ 4401512 w 5715000"/>
                <a:gd name="connsiteY39" fmla="*/ 2367137 h 5714999"/>
                <a:gd name="connsiteX40" fmla="*/ 4350193 w 5715000"/>
                <a:gd name="connsiteY40" fmla="*/ 2226922 h 5714999"/>
                <a:gd name="connsiteX41" fmla="*/ 4107571 w 5715000"/>
                <a:gd name="connsiteY41" fmla="*/ 1827029 h 5714999"/>
                <a:gd name="connsiteX42" fmla="*/ 4052155 w 5715000"/>
                <a:gd name="connsiteY42" fmla="*/ 1766056 h 5714999"/>
                <a:gd name="connsiteX43" fmla="*/ 382832 w 5715000"/>
                <a:gd name="connsiteY43" fmla="*/ 1428750 h 5714999"/>
                <a:gd name="connsiteX44" fmla="*/ 1662845 w 5715000"/>
                <a:gd name="connsiteY44" fmla="*/ 1766057 h 5714999"/>
                <a:gd name="connsiteX45" fmla="*/ 1607430 w 5715000"/>
                <a:gd name="connsiteY45" fmla="*/ 1827029 h 5714999"/>
                <a:gd name="connsiteX46" fmla="*/ 1364808 w 5715000"/>
                <a:gd name="connsiteY46" fmla="*/ 2226922 h 5714999"/>
                <a:gd name="connsiteX47" fmla="*/ 1313488 w 5715000"/>
                <a:gd name="connsiteY47" fmla="*/ 2367139 h 5714999"/>
                <a:gd name="connsiteX48" fmla="*/ 4286250 w 5715000"/>
                <a:gd name="connsiteY48" fmla="*/ 382832 h 5714999"/>
                <a:gd name="connsiteX49" fmla="*/ 3948943 w 5715000"/>
                <a:gd name="connsiteY49" fmla="*/ 1662844 h 5714999"/>
                <a:gd name="connsiteX50" fmla="*/ 3887970 w 5715000"/>
                <a:gd name="connsiteY50" fmla="*/ 1607429 h 5714999"/>
                <a:gd name="connsiteX51" fmla="*/ 3488077 w 5715000"/>
                <a:gd name="connsiteY51" fmla="*/ 1364807 h 5714999"/>
                <a:gd name="connsiteX52" fmla="*/ 3347861 w 5715000"/>
                <a:gd name="connsiteY52" fmla="*/ 1313487 h 5714999"/>
                <a:gd name="connsiteX53" fmla="*/ 1428749 w 5715000"/>
                <a:gd name="connsiteY53" fmla="*/ 382832 h 5714999"/>
                <a:gd name="connsiteX54" fmla="*/ 2367139 w 5715000"/>
                <a:gd name="connsiteY54" fmla="*/ 1313487 h 5714999"/>
                <a:gd name="connsiteX55" fmla="*/ 2226923 w 5715000"/>
                <a:gd name="connsiteY55" fmla="*/ 1364807 h 5714999"/>
                <a:gd name="connsiteX56" fmla="*/ 1827030 w 5715000"/>
                <a:gd name="connsiteY56" fmla="*/ 1607429 h 5714999"/>
                <a:gd name="connsiteX57" fmla="*/ 1766057 w 5715000"/>
                <a:gd name="connsiteY57" fmla="*/ 1662845 h 5714999"/>
                <a:gd name="connsiteX58" fmla="*/ 2857500 w 5715000"/>
                <a:gd name="connsiteY58" fmla="*/ 0 h 5714999"/>
                <a:gd name="connsiteX59" fmla="*/ 3205019 w 5715000"/>
                <a:gd name="connsiteY59" fmla="*/ 1275820 h 5714999"/>
                <a:gd name="connsiteX60" fmla="*/ 3183987 w 5715000"/>
                <a:gd name="connsiteY60" fmla="*/ 1270412 h 5714999"/>
                <a:gd name="connsiteX61" fmla="*/ 2857500 w 5715000"/>
                <a:gd name="connsiteY61" fmla="*/ 1237499 h 5714999"/>
                <a:gd name="connsiteX62" fmla="*/ 2531014 w 5715000"/>
                <a:gd name="connsiteY62" fmla="*/ 1270412 h 5714999"/>
                <a:gd name="connsiteX63" fmla="*/ 2509980 w 5715000"/>
                <a:gd name="connsiteY63" fmla="*/ 1275820 h 5714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5715000" h="5714999">
                  <a:moveTo>
                    <a:pt x="2509980" y="4439178"/>
                  </a:moveTo>
                  <a:lnTo>
                    <a:pt x="2531014" y="4444587"/>
                  </a:lnTo>
                  <a:cubicBezTo>
                    <a:pt x="2636472" y="4466166"/>
                    <a:pt x="2745663" y="4477499"/>
                    <a:pt x="2857500" y="4477499"/>
                  </a:cubicBezTo>
                  <a:cubicBezTo>
                    <a:pt x="2969338" y="4477499"/>
                    <a:pt x="3078529" y="4466166"/>
                    <a:pt x="3183987" y="4444587"/>
                  </a:cubicBezTo>
                  <a:lnTo>
                    <a:pt x="3205020" y="4439178"/>
                  </a:lnTo>
                  <a:lnTo>
                    <a:pt x="2857500" y="5714999"/>
                  </a:lnTo>
                  <a:close/>
                  <a:moveTo>
                    <a:pt x="3948943" y="4052155"/>
                  </a:moveTo>
                  <a:lnTo>
                    <a:pt x="4286250" y="5332167"/>
                  </a:lnTo>
                  <a:lnTo>
                    <a:pt x="3347861" y="4401512"/>
                  </a:lnTo>
                  <a:lnTo>
                    <a:pt x="3488077" y="4350192"/>
                  </a:lnTo>
                  <a:cubicBezTo>
                    <a:pt x="3633438" y="4288709"/>
                    <a:pt x="3767957" y="4206614"/>
                    <a:pt x="3887970" y="4107570"/>
                  </a:cubicBezTo>
                  <a:close/>
                  <a:moveTo>
                    <a:pt x="1766057" y="4052154"/>
                  </a:moveTo>
                  <a:lnTo>
                    <a:pt x="1827030" y="4107570"/>
                  </a:lnTo>
                  <a:cubicBezTo>
                    <a:pt x="1947044" y="4206614"/>
                    <a:pt x="2081563" y="4288709"/>
                    <a:pt x="2226923" y="4350192"/>
                  </a:cubicBezTo>
                  <a:lnTo>
                    <a:pt x="2367139" y="4401511"/>
                  </a:lnTo>
                  <a:lnTo>
                    <a:pt x="1428749" y="5332167"/>
                  </a:lnTo>
                  <a:close/>
                  <a:moveTo>
                    <a:pt x="4401512" y="3347860"/>
                  </a:moveTo>
                  <a:lnTo>
                    <a:pt x="5332166" y="4286249"/>
                  </a:lnTo>
                  <a:lnTo>
                    <a:pt x="4052155" y="3948942"/>
                  </a:lnTo>
                  <a:lnTo>
                    <a:pt x="4107571" y="3887970"/>
                  </a:lnTo>
                  <a:cubicBezTo>
                    <a:pt x="4206615" y="3767956"/>
                    <a:pt x="4288710" y="3633437"/>
                    <a:pt x="4350193" y="3488076"/>
                  </a:cubicBezTo>
                  <a:close/>
                  <a:moveTo>
                    <a:pt x="1313488" y="3347859"/>
                  </a:moveTo>
                  <a:lnTo>
                    <a:pt x="1364808" y="3488076"/>
                  </a:lnTo>
                  <a:cubicBezTo>
                    <a:pt x="1426290" y="3633437"/>
                    <a:pt x="1508386" y="3767956"/>
                    <a:pt x="1607430" y="3887970"/>
                  </a:cubicBezTo>
                  <a:lnTo>
                    <a:pt x="1662845" y="3948941"/>
                  </a:lnTo>
                  <a:lnTo>
                    <a:pt x="382831" y="4286249"/>
                  </a:lnTo>
                  <a:close/>
                  <a:moveTo>
                    <a:pt x="4439179" y="2509980"/>
                  </a:moveTo>
                  <a:lnTo>
                    <a:pt x="5715000" y="2857500"/>
                  </a:lnTo>
                  <a:lnTo>
                    <a:pt x="4439179" y="3205020"/>
                  </a:lnTo>
                  <a:lnTo>
                    <a:pt x="4444588" y="3183986"/>
                  </a:lnTo>
                  <a:cubicBezTo>
                    <a:pt x="4466167" y="3078527"/>
                    <a:pt x="4477500" y="2969337"/>
                    <a:pt x="4477500" y="2857499"/>
                  </a:cubicBezTo>
                  <a:cubicBezTo>
                    <a:pt x="4477500" y="2745662"/>
                    <a:pt x="4466167" y="2636471"/>
                    <a:pt x="4444588" y="2531013"/>
                  </a:cubicBezTo>
                  <a:close/>
                  <a:moveTo>
                    <a:pt x="1275821" y="2509980"/>
                  </a:moveTo>
                  <a:lnTo>
                    <a:pt x="1270413" y="2531013"/>
                  </a:lnTo>
                  <a:cubicBezTo>
                    <a:pt x="1248833" y="2636471"/>
                    <a:pt x="1237500" y="2745662"/>
                    <a:pt x="1237500" y="2857499"/>
                  </a:cubicBezTo>
                  <a:cubicBezTo>
                    <a:pt x="1237500" y="2969337"/>
                    <a:pt x="1248833" y="3078527"/>
                    <a:pt x="1270413" y="3183986"/>
                  </a:cubicBezTo>
                  <a:lnTo>
                    <a:pt x="1275821" y="3205020"/>
                  </a:lnTo>
                  <a:lnTo>
                    <a:pt x="0" y="2857500"/>
                  </a:lnTo>
                  <a:close/>
                  <a:moveTo>
                    <a:pt x="5332166" y="1428750"/>
                  </a:moveTo>
                  <a:lnTo>
                    <a:pt x="4401512" y="2367137"/>
                  </a:lnTo>
                  <a:lnTo>
                    <a:pt x="4350193" y="2226922"/>
                  </a:lnTo>
                  <a:cubicBezTo>
                    <a:pt x="4288710" y="2081562"/>
                    <a:pt x="4206615" y="1947042"/>
                    <a:pt x="4107571" y="1827029"/>
                  </a:cubicBezTo>
                  <a:lnTo>
                    <a:pt x="4052155" y="1766056"/>
                  </a:lnTo>
                  <a:close/>
                  <a:moveTo>
                    <a:pt x="382832" y="1428750"/>
                  </a:moveTo>
                  <a:lnTo>
                    <a:pt x="1662845" y="1766057"/>
                  </a:lnTo>
                  <a:lnTo>
                    <a:pt x="1607430" y="1827029"/>
                  </a:lnTo>
                  <a:cubicBezTo>
                    <a:pt x="1508386" y="1947042"/>
                    <a:pt x="1426290" y="2081562"/>
                    <a:pt x="1364808" y="2226922"/>
                  </a:cubicBezTo>
                  <a:lnTo>
                    <a:pt x="1313488" y="2367139"/>
                  </a:lnTo>
                  <a:close/>
                  <a:moveTo>
                    <a:pt x="4286250" y="382832"/>
                  </a:moveTo>
                  <a:lnTo>
                    <a:pt x="3948943" y="1662844"/>
                  </a:lnTo>
                  <a:lnTo>
                    <a:pt x="3887970" y="1607429"/>
                  </a:lnTo>
                  <a:cubicBezTo>
                    <a:pt x="3767957" y="1508385"/>
                    <a:pt x="3633438" y="1426289"/>
                    <a:pt x="3488077" y="1364807"/>
                  </a:cubicBezTo>
                  <a:lnTo>
                    <a:pt x="3347861" y="1313487"/>
                  </a:lnTo>
                  <a:close/>
                  <a:moveTo>
                    <a:pt x="1428749" y="382832"/>
                  </a:moveTo>
                  <a:lnTo>
                    <a:pt x="2367139" y="1313487"/>
                  </a:lnTo>
                  <a:lnTo>
                    <a:pt x="2226923" y="1364807"/>
                  </a:lnTo>
                  <a:cubicBezTo>
                    <a:pt x="2081563" y="1426289"/>
                    <a:pt x="1947044" y="1508385"/>
                    <a:pt x="1827030" y="1607429"/>
                  </a:cubicBezTo>
                  <a:lnTo>
                    <a:pt x="1766057" y="1662845"/>
                  </a:lnTo>
                  <a:close/>
                  <a:moveTo>
                    <a:pt x="2857500" y="0"/>
                  </a:moveTo>
                  <a:lnTo>
                    <a:pt x="3205019" y="1275820"/>
                  </a:lnTo>
                  <a:lnTo>
                    <a:pt x="3183987" y="1270412"/>
                  </a:lnTo>
                  <a:cubicBezTo>
                    <a:pt x="3078529" y="1248832"/>
                    <a:pt x="2969338" y="1237499"/>
                    <a:pt x="2857500" y="1237499"/>
                  </a:cubicBezTo>
                  <a:cubicBezTo>
                    <a:pt x="2745663" y="1237499"/>
                    <a:pt x="2636472" y="1248832"/>
                    <a:pt x="2531014" y="1270412"/>
                  </a:cubicBezTo>
                  <a:lnTo>
                    <a:pt x="2509980" y="1275820"/>
                  </a:lnTo>
                  <a:close/>
                </a:path>
              </a:pathLst>
            </a:cu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橢圓 13"/>
            <p:cNvSpPr/>
            <p:nvPr/>
          </p:nvSpPr>
          <p:spPr>
            <a:xfrm>
              <a:off x="4656000" y="1989000"/>
              <a:ext cx="2880000" cy="288000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094393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976050" y="0"/>
            <a:ext cx="8838000" cy="6858000"/>
          </a:xfrm>
          <a:prstGeom prst="rect">
            <a:avLst/>
          </a:prstGeom>
          <a:solidFill>
            <a:srgbClr val="FE000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-1" y="0"/>
            <a:ext cx="1976049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西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北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行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署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184649" y="1715399"/>
            <a:ext cx="4420800" cy="3427200"/>
          </a:xfrm>
          <a:prstGeom prst="rect">
            <a:avLst/>
          </a:prstGeom>
          <a:solidFill>
            <a:srgbClr val="0000A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2" name="群組 11"/>
          <p:cNvGrpSpPr/>
          <p:nvPr/>
        </p:nvGrpSpPr>
        <p:grpSpPr>
          <a:xfrm>
            <a:off x="5095839" y="2129789"/>
            <a:ext cx="2598419" cy="2598419"/>
            <a:chOff x="3238500" y="571501"/>
            <a:chExt cx="5715000" cy="5714999"/>
          </a:xfrm>
        </p:grpSpPr>
        <p:sp>
          <p:nvSpPr>
            <p:cNvPr id="13" name="手繪多邊形 12"/>
            <p:cNvSpPr/>
            <p:nvPr/>
          </p:nvSpPr>
          <p:spPr>
            <a:xfrm>
              <a:off x="3238500" y="571501"/>
              <a:ext cx="5715000" cy="5714999"/>
            </a:xfrm>
            <a:custGeom>
              <a:avLst/>
              <a:gdLst>
                <a:gd name="connsiteX0" fmla="*/ 2509980 w 5715000"/>
                <a:gd name="connsiteY0" fmla="*/ 4439178 h 5714999"/>
                <a:gd name="connsiteX1" fmla="*/ 2531014 w 5715000"/>
                <a:gd name="connsiteY1" fmla="*/ 4444587 h 5714999"/>
                <a:gd name="connsiteX2" fmla="*/ 2857500 w 5715000"/>
                <a:gd name="connsiteY2" fmla="*/ 4477499 h 5714999"/>
                <a:gd name="connsiteX3" fmla="*/ 3183987 w 5715000"/>
                <a:gd name="connsiteY3" fmla="*/ 4444587 h 5714999"/>
                <a:gd name="connsiteX4" fmla="*/ 3205020 w 5715000"/>
                <a:gd name="connsiteY4" fmla="*/ 4439178 h 5714999"/>
                <a:gd name="connsiteX5" fmla="*/ 2857500 w 5715000"/>
                <a:gd name="connsiteY5" fmla="*/ 5714999 h 5714999"/>
                <a:gd name="connsiteX6" fmla="*/ 3948943 w 5715000"/>
                <a:gd name="connsiteY6" fmla="*/ 4052155 h 5714999"/>
                <a:gd name="connsiteX7" fmla="*/ 4286250 w 5715000"/>
                <a:gd name="connsiteY7" fmla="*/ 5332167 h 5714999"/>
                <a:gd name="connsiteX8" fmla="*/ 3347861 w 5715000"/>
                <a:gd name="connsiteY8" fmla="*/ 4401512 h 5714999"/>
                <a:gd name="connsiteX9" fmla="*/ 3488077 w 5715000"/>
                <a:gd name="connsiteY9" fmla="*/ 4350192 h 5714999"/>
                <a:gd name="connsiteX10" fmla="*/ 3887970 w 5715000"/>
                <a:gd name="connsiteY10" fmla="*/ 4107570 h 5714999"/>
                <a:gd name="connsiteX11" fmla="*/ 1766057 w 5715000"/>
                <a:gd name="connsiteY11" fmla="*/ 4052154 h 5714999"/>
                <a:gd name="connsiteX12" fmla="*/ 1827030 w 5715000"/>
                <a:gd name="connsiteY12" fmla="*/ 4107570 h 5714999"/>
                <a:gd name="connsiteX13" fmla="*/ 2226923 w 5715000"/>
                <a:gd name="connsiteY13" fmla="*/ 4350192 h 5714999"/>
                <a:gd name="connsiteX14" fmla="*/ 2367139 w 5715000"/>
                <a:gd name="connsiteY14" fmla="*/ 4401511 h 5714999"/>
                <a:gd name="connsiteX15" fmla="*/ 1428749 w 5715000"/>
                <a:gd name="connsiteY15" fmla="*/ 5332167 h 5714999"/>
                <a:gd name="connsiteX16" fmla="*/ 4401512 w 5715000"/>
                <a:gd name="connsiteY16" fmla="*/ 3347860 h 5714999"/>
                <a:gd name="connsiteX17" fmla="*/ 5332166 w 5715000"/>
                <a:gd name="connsiteY17" fmla="*/ 4286249 h 5714999"/>
                <a:gd name="connsiteX18" fmla="*/ 4052155 w 5715000"/>
                <a:gd name="connsiteY18" fmla="*/ 3948942 h 5714999"/>
                <a:gd name="connsiteX19" fmla="*/ 4107571 w 5715000"/>
                <a:gd name="connsiteY19" fmla="*/ 3887970 h 5714999"/>
                <a:gd name="connsiteX20" fmla="*/ 4350193 w 5715000"/>
                <a:gd name="connsiteY20" fmla="*/ 3488076 h 5714999"/>
                <a:gd name="connsiteX21" fmla="*/ 1313488 w 5715000"/>
                <a:gd name="connsiteY21" fmla="*/ 3347859 h 5714999"/>
                <a:gd name="connsiteX22" fmla="*/ 1364808 w 5715000"/>
                <a:gd name="connsiteY22" fmla="*/ 3488076 h 5714999"/>
                <a:gd name="connsiteX23" fmla="*/ 1607430 w 5715000"/>
                <a:gd name="connsiteY23" fmla="*/ 3887970 h 5714999"/>
                <a:gd name="connsiteX24" fmla="*/ 1662845 w 5715000"/>
                <a:gd name="connsiteY24" fmla="*/ 3948941 h 5714999"/>
                <a:gd name="connsiteX25" fmla="*/ 382831 w 5715000"/>
                <a:gd name="connsiteY25" fmla="*/ 4286249 h 5714999"/>
                <a:gd name="connsiteX26" fmla="*/ 4439179 w 5715000"/>
                <a:gd name="connsiteY26" fmla="*/ 2509980 h 5714999"/>
                <a:gd name="connsiteX27" fmla="*/ 5715000 w 5715000"/>
                <a:gd name="connsiteY27" fmla="*/ 2857500 h 5714999"/>
                <a:gd name="connsiteX28" fmla="*/ 4439179 w 5715000"/>
                <a:gd name="connsiteY28" fmla="*/ 3205020 h 5714999"/>
                <a:gd name="connsiteX29" fmla="*/ 4444588 w 5715000"/>
                <a:gd name="connsiteY29" fmla="*/ 3183986 h 5714999"/>
                <a:gd name="connsiteX30" fmla="*/ 4477500 w 5715000"/>
                <a:gd name="connsiteY30" fmla="*/ 2857499 h 5714999"/>
                <a:gd name="connsiteX31" fmla="*/ 4444588 w 5715000"/>
                <a:gd name="connsiteY31" fmla="*/ 2531013 h 5714999"/>
                <a:gd name="connsiteX32" fmla="*/ 1275821 w 5715000"/>
                <a:gd name="connsiteY32" fmla="*/ 2509980 h 5714999"/>
                <a:gd name="connsiteX33" fmla="*/ 1270413 w 5715000"/>
                <a:gd name="connsiteY33" fmla="*/ 2531013 h 5714999"/>
                <a:gd name="connsiteX34" fmla="*/ 1237500 w 5715000"/>
                <a:gd name="connsiteY34" fmla="*/ 2857499 h 5714999"/>
                <a:gd name="connsiteX35" fmla="*/ 1270413 w 5715000"/>
                <a:gd name="connsiteY35" fmla="*/ 3183986 h 5714999"/>
                <a:gd name="connsiteX36" fmla="*/ 1275821 w 5715000"/>
                <a:gd name="connsiteY36" fmla="*/ 3205020 h 5714999"/>
                <a:gd name="connsiteX37" fmla="*/ 0 w 5715000"/>
                <a:gd name="connsiteY37" fmla="*/ 2857500 h 5714999"/>
                <a:gd name="connsiteX38" fmla="*/ 5332166 w 5715000"/>
                <a:gd name="connsiteY38" fmla="*/ 1428750 h 5714999"/>
                <a:gd name="connsiteX39" fmla="*/ 4401512 w 5715000"/>
                <a:gd name="connsiteY39" fmla="*/ 2367137 h 5714999"/>
                <a:gd name="connsiteX40" fmla="*/ 4350193 w 5715000"/>
                <a:gd name="connsiteY40" fmla="*/ 2226922 h 5714999"/>
                <a:gd name="connsiteX41" fmla="*/ 4107571 w 5715000"/>
                <a:gd name="connsiteY41" fmla="*/ 1827029 h 5714999"/>
                <a:gd name="connsiteX42" fmla="*/ 4052155 w 5715000"/>
                <a:gd name="connsiteY42" fmla="*/ 1766056 h 5714999"/>
                <a:gd name="connsiteX43" fmla="*/ 382832 w 5715000"/>
                <a:gd name="connsiteY43" fmla="*/ 1428750 h 5714999"/>
                <a:gd name="connsiteX44" fmla="*/ 1662845 w 5715000"/>
                <a:gd name="connsiteY44" fmla="*/ 1766057 h 5714999"/>
                <a:gd name="connsiteX45" fmla="*/ 1607430 w 5715000"/>
                <a:gd name="connsiteY45" fmla="*/ 1827029 h 5714999"/>
                <a:gd name="connsiteX46" fmla="*/ 1364808 w 5715000"/>
                <a:gd name="connsiteY46" fmla="*/ 2226922 h 5714999"/>
                <a:gd name="connsiteX47" fmla="*/ 1313488 w 5715000"/>
                <a:gd name="connsiteY47" fmla="*/ 2367139 h 5714999"/>
                <a:gd name="connsiteX48" fmla="*/ 4286250 w 5715000"/>
                <a:gd name="connsiteY48" fmla="*/ 382832 h 5714999"/>
                <a:gd name="connsiteX49" fmla="*/ 3948943 w 5715000"/>
                <a:gd name="connsiteY49" fmla="*/ 1662844 h 5714999"/>
                <a:gd name="connsiteX50" fmla="*/ 3887970 w 5715000"/>
                <a:gd name="connsiteY50" fmla="*/ 1607429 h 5714999"/>
                <a:gd name="connsiteX51" fmla="*/ 3488077 w 5715000"/>
                <a:gd name="connsiteY51" fmla="*/ 1364807 h 5714999"/>
                <a:gd name="connsiteX52" fmla="*/ 3347861 w 5715000"/>
                <a:gd name="connsiteY52" fmla="*/ 1313487 h 5714999"/>
                <a:gd name="connsiteX53" fmla="*/ 1428749 w 5715000"/>
                <a:gd name="connsiteY53" fmla="*/ 382832 h 5714999"/>
                <a:gd name="connsiteX54" fmla="*/ 2367139 w 5715000"/>
                <a:gd name="connsiteY54" fmla="*/ 1313487 h 5714999"/>
                <a:gd name="connsiteX55" fmla="*/ 2226923 w 5715000"/>
                <a:gd name="connsiteY55" fmla="*/ 1364807 h 5714999"/>
                <a:gd name="connsiteX56" fmla="*/ 1827030 w 5715000"/>
                <a:gd name="connsiteY56" fmla="*/ 1607429 h 5714999"/>
                <a:gd name="connsiteX57" fmla="*/ 1766057 w 5715000"/>
                <a:gd name="connsiteY57" fmla="*/ 1662845 h 5714999"/>
                <a:gd name="connsiteX58" fmla="*/ 2857500 w 5715000"/>
                <a:gd name="connsiteY58" fmla="*/ 0 h 5714999"/>
                <a:gd name="connsiteX59" fmla="*/ 3205019 w 5715000"/>
                <a:gd name="connsiteY59" fmla="*/ 1275820 h 5714999"/>
                <a:gd name="connsiteX60" fmla="*/ 3183987 w 5715000"/>
                <a:gd name="connsiteY60" fmla="*/ 1270412 h 5714999"/>
                <a:gd name="connsiteX61" fmla="*/ 2857500 w 5715000"/>
                <a:gd name="connsiteY61" fmla="*/ 1237499 h 5714999"/>
                <a:gd name="connsiteX62" fmla="*/ 2531014 w 5715000"/>
                <a:gd name="connsiteY62" fmla="*/ 1270412 h 5714999"/>
                <a:gd name="connsiteX63" fmla="*/ 2509980 w 5715000"/>
                <a:gd name="connsiteY63" fmla="*/ 1275820 h 5714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5715000" h="5714999">
                  <a:moveTo>
                    <a:pt x="2509980" y="4439178"/>
                  </a:moveTo>
                  <a:lnTo>
                    <a:pt x="2531014" y="4444587"/>
                  </a:lnTo>
                  <a:cubicBezTo>
                    <a:pt x="2636472" y="4466166"/>
                    <a:pt x="2745663" y="4477499"/>
                    <a:pt x="2857500" y="4477499"/>
                  </a:cubicBezTo>
                  <a:cubicBezTo>
                    <a:pt x="2969338" y="4477499"/>
                    <a:pt x="3078529" y="4466166"/>
                    <a:pt x="3183987" y="4444587"/>
                  </a:cubicBezTo>
                  <a:lnTo>
                    <a:pt x="3205020" y="4439178"/>
                  </a:lnTo>
                  <a:lnTo>
                    <a:pt x="2857500" y="5714999"/>
                  </a:lnTo>
                  <a:close/>
                  <a:moveTo>
                    <a:pt x="3948943" y="4052155"/>
                  </a:moveTo>
                  <a:lnTo>
                    <a:pt x="4286250" y="5332167"/>
                  </a:lnTo>
                  <a:lnTo>
                    <a:pt x="3347861" y="4401512"/>
                  </a:lnTo>
                  <a:lnTo>
                    <a:pt x="3488077" y="4350192"/>
                  </a:lnTo>
                  <a:cubicBezTo>
                    <a:pt x="3633438" y="4288709"/>
                    <a:pt x="3767957" y="4206614"/>
                    <a:pt x="3887970" y="4107570"/>
                  </a:cubicBezTo>
                  <a:close/>
                  <a:moveTo>
                    <a:pt x="1766057" y="4052154"/>
                  </a:moveTo>
                  <a:lnTo>
                    <a:pt x="1827030" y="4107570"/>
                  </a:lnTo>
                  <a:cubicBezTo>
                    <a:pt x="1947044" y="4206614"/>
                    <a:pt x="2081563" y="4288709"/>
                    <a:pt x="2226923" y="4350192"/>
                  </a:cubicBezTo>
                  <a:lnTo>
                    <a:pt x="2367139" y="4401511"/>
                  </a:lnTo>
                  <a:lnTo>
                    <a:pt x="1428749" y="5332167"/>
                  </a:lnTo>
                  <a:close/>
                  <a:moveTo>
                    <a:pt x="4401512" y="3347860"/>
                  </a:moveTo>
                  <a:lnTo>
                    <a:pt x="5332166" y="4286249"/>
                  </a:lnTo>
                  <a:lnTo>
                    <a:pt x="4052155" y="3948942"/>
                  </a:lnTo>
                  <a:lnTo>
                    <a:pt x="4107571" y="3887970"/>
                  </a:lnTo>
                  <a:cubicBezTo>
                    <a:pt x="4206615" y="3767956"/>
                    <a:pt x="4288710" y="3633437"/>
                    <a:pt x="4350193" y="3488076"/>
                  </a:cubicBezTo>
                  <a:close/>
                  <a:moveTo>
                    <a:pt x="1313488" y="3347859"/>
                  </a:moveTo>
                  <a:lnTo>
                    <a:pt x="1364808" y="3488076"/>
                  </a:lnTo>
                  <a:cubicBezTo>
                    <a:pt x="1426290" y="3633437"/>
                    <a:pt x="1508386" y="3767956"/>
                    <a:pt x="1607430" y="3887970"/>
                  </a:cubicBezTo>
                  <a:lnTo>
                    <a:pt x="1662845" y="3948941"/>
                  </a:lnTo>
                  <a:lnTo>
                    <a:pt x="382831" y="4286249"/>
                  </a:lnTo>
                  <a:close/>
                  <a:moveTo>
                    <a:pt x="4439179" y="2509980"/>
                  </a:moveTo>
                  <a:lnTo>
                    <a:pt x="5715000" y="2857500"/>
                  </a:lnTo>
                  <a:lnTo>
                    <a:pt x="4439179" y="3205020"/>
                  </a:lnTo>
                  <a:lnTo>
                    <a:pt x="4444588" y="3183986"/>
                  </a:lnTo>
                  <a:cubicBezTo>
                    <a:pt x="4466167" y="3078527"/>
                    <a:pt x="4477500" y="2969337"/>
                    <a:pt x="4477500" y="2857499"/>
                  </a:cubicBezTo>
                  <a:cubicBezTo>
                    <a:pt x="4477500" y="2745662"/>
                    <a:pt x="4466167" y="2636471"/>
                    <a:pt x="4444588" y="2531013"/>
                  </a:cubicBezTo>
                  <a:close/>
                  <a:moveTo>
                    <a:pt x="1275821" y="2509980"/>
                  </a:moveTo>
                  <a:lnTo>
                    <a:pt x="1270413" y="2531013"/>
                  </a:lnTo>
                  <a:cubicBezTo>
                    <a:pt x="1248833" y="2636471"/>
                    <a:pt x="1237500" y="2745662"/>
                    <a:pt x="1237500" y="2857499"/>
                  </a:cubicBezTo>
                  <a:cubicBezTo>
                    <a:pt x="1237500" y="2969337"/>
                    <a:pt x="1248833" y="3078527"/>
                    <a:pt x="1270413" y="3183986"/>
                  </a:cubicBezTo>
                  <a:lnTo>
                    <a:pt x="1275821" y="3205020"/>
                  </a:lnTo>
                  <a:lnTo>
                    <a:pt x="0" y="2857500"/>
                  </a:lnTo>
                  <a:close/>
                  <a:moveTo>
                    <a:pt x="5332166" y="1428750"/>
                  </a:moveTo>
                  <a:lnTo>
                    <a:pt x="4401512" y="2367137"/>
                  </a:lnTo>
                  <a:lnTo>
                    <a:pt x="4350193" y="2226922"/>
                  </a:lnTo>
                  <a:cubicBezTo>
                    <a:pt x="4288710" y="2081562"/>
                    <a:pt x="4206615" y="1947042"/>
                    <a:pt x="4107571" y="1827029"/>
                  </a:cubicBezTo>
                  <a:lnTo>
                    <a:pt x="4052155" y="1766056"/>
                  </a:lnTo>
                  <a:close/>
                  <a:moveTo>
                    <a:pt x="382832" y="1428750"/>
                  </a:moveTo>
                  <a:lnTo>
                    <a:pt x="1662845" y="1766057"/>
                  </a:lnTo>
                  <a:lnTo>
                    <a:pt x="1607430" y="1827029"/>
                  </a:lnTo>
                  <a:cubicBezTo>
                    <a:pt x="1508386" y="1947042"/>
                    <a:pt x="1426290" y="2081562"/>
                    <a:pt x="1364808" y="2226922"/>
                  </a:cubicBezTo>
                  <a:lnTo>
                    <a:pt x="1313488" y="2367139"/>
                  </a:lnTo>
                  <a:close/>
                  <a:moveTo>
                    <a:pt x="4286250" y="382832"/>
                  </a:moveTo>
                  <a:lnTo>
                    <a:pt x="3948943" y="1662844"/>
                  </a:lnTo>
                  <a:lnTo>
                    <a:pt x="3887970" y="1607429"/>
                  </a:lnTo>
                  <a:cubicBezTo>
                    <a:pt x="3767957" y="1508385"/>
                    <a:pt x="3633438" y="1426289"/>
                    <a:pt x="3488077" y="1364807"/>
                  </a:cubicBezTo>
                  <a:lnTo>
                    <a:pt x="3347861" y="1313487"/>
                  </a:lnTo>
                  <a:close/>
                  <a:moveTo>
                    <a:pt x="1428749" y="382832"/>
                  </a:moveTo>
                  <a:lnTo>
                    <a:pt x="2367139" y="1313487"/>
                  </a:lnTo>
                  <a:lnTo>
                    <a:pt x="2226923" y="1364807"/>
                  </a:lnTo>
                  <a:cubicBezTo>
                    <a:pt x="2081563" y="1426289"/>
                    <a:pt x="1947044" y="1508385"/>
                    <a:pt x="1827030" y="1607429"/>
                  </a:cubicBezTo>
                  <a:lnTo>
                    <a:pt x="1766057" y="1662845"/>
                  </a:lnTo>
                  <a:close/>
                  <a:moveTo>
                    <a:pt x="2857500" y="0"/>
                  </a:moveTo>
                  <a:lnTo>
                    <a:pt x="3205019" y="1275820"/>
                  </a:lnTo>
                  <a:lnTo>
                    <a:pt x="3183987" y="1270412"/>
                  </a:lnTo>
                  <a:cubicBezTo>
                    <a:pt x="3078529" y="1248832"/>
                    <a:pt x="2969338" y="1237499"/>
                    <a:pt x="2857500" y="1237499"/>
                  </a:cubicBezTo>
                  <a:cubicBezTo>
                    <a:pt x="2745663" y="1237499"/>
                    <a:pt x="2636472" y="1248832"/>
                    <a:pt x="2531014" y="1270412"/>
                  </a:cubicBezTo>
                  <a:lnTo>
                    <a:pt x="2509980" y="1275820"/>
                  </a:lnTo>
                  <a:close/>
                </a:path>
              </a:pathLst>
            </a:cu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橢圓 13"/>
            <p:cNvSpPr/>
            <p:nvPr/>
          </p:nvSpPr>
          <p:spPr>
            <a:xfrm>
              <a:off x="4656000" y="1989000"/>
              <a:ext cx="2880000" cy="288000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51743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976050" y="0"/>
            <a:ext cx="8838000" cy="6858000"/>
          </a:xfrm>
          <a:prstGeom prst="rect">
            <a:avLst/>
          </a:prstGeom>
          <a:solidFill>
            <a:srgbClr val="FE000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-1" y="0"/>
            <a:ext cx="1976049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新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endParaRPr lang="en-US" altLang="zh-TW" sz="50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疆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endParaRPr lang="en-US" altLang="zh-TW" sz="50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省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184649" y="1715399"/>
            <a:ext cx="4420800" cy="3427200"/>
          </a:xfrm>
          <a:prstGeom prst="rect">
            <a:avLst/>
          </a:prstGeom>
          <a:solidFill>
            <a:srgbClr val="0000A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2" name="群組 11"/>
          <p:cNvGrpSpPr/>
          <p:nvPr/>
        </p:nvGrpSpPr>
        <p:grpSpPr>
          <a:xfrm>
            <a:off x="5095839" y="2129789"/>
            <a:ext cx="2598419" cy="2598419"/>
            <a:chOff x="3238500" y="571501"/>
            <a:chExt cx="5715000" cy="5714999"/>
          </a:xfrm>
        </p:grpSpPr>
        <p:sp>
          <p:nvSpPr>
            <p:cNvPr id="13" name="手繪多邊形 12"/>
            <p:cNvSpPr/>
            <p:nvPr/>
          </p:nvSpPr>
          <p:spPr>
            <a:xfrm>
              <a:off x="3238500" y="571501"/>
              <a:ext cx="5715000" cy="5714999"/>
            </a:xfrm>
            <a:custGeom>
              <a:avLst/>
              <a:gdLst>
                <a:gd name="connsiteX0" fmla="*/ 2509980 w 5715000"/>
                <a:gd name="connsiteY0" fmla="*/ 4439178 h 5714999"/>
                <a:gd name="connsiteX1" fmla="*/ 2531014 w 5715000"/>
                <a:gd name="connsiteY1" fmla="*/ 4444587 h 5714999"/>
                <a:gd name="connsiteX2" fmla="*/ 2857500 w 5715000"/>
                <a:gd name="connsiteY2" fmla="*/ 4477499 h 5714999"/>
                <a:gd name="connsiteX3" fmla="*/ 3183987 w 5715000"/>
                <a:gd name="connsiteY3" fmla="*/ 4444587 h 5714999"/>
                <a:gd name="connsiteX4" fmla="*/ 3205020 w 5715000"/>
                <a:gd name="connsiteY4" fmla="*/ 4439178 h 5714999"/>
                <a:gd name="connsiteX5" fmla="*/ 2857500 w 5715000"/>
                <a:gd name="connsiteY5" fmla="*/ 5714999 h 5714999"/>
                <a:gd name="connsiteX6" fmla="*/ 3948943 w 5715000"/>
                <a:gd name="connsiteY6" fmla="*/ 4052155 h 5714999"/>
                <a:gd name="connsiteX7" fmla="*/ 4286250 w 5715000"/>
                <a:gd name="connsiteY7" fmla="*/ 5332167 h 5714999"/>
                <a:gd name="connsiteX8" fmla="*/ 3347861 w 5715000"/>
                <a:gd name="connsiteY8" fmla="*/ 4401512 h 5714999"/>
                <a:gd name="connsiteX9" fmla="*/ 3488077 w 5715000"/>
                <a:gd name="connsiteY9" fmla="*/ 4350192 h 5714999"/>
                <a:gd name="connsiteX10" fmla="*/ 3887970 w 5715000"/>
                <a:gd name="connsiteY10" fmla="*/ 4107570 h 5714999"/>
                <a:gd name="connsiteX11" fmla="*/ 1766057 w 5715000"/>
                <a:gd name="connsiteY11" fmla="*/ 4052154 h 5714999"/>
                <a:gd name="connsiteX12" fmla="*/ 1827030 w 5715000"/>
                <a:gd name="connsiteY12" fmla="*/ 4107570 h 5714999"/>
                <a:gd name="connsiteX13" fmla="*/ 2226923 w 5715000"/>
                <a:gd name="connsiteY13" fmla="*/ 4350192 h 5714999"/>
                <a:gd name="connsiteX14" fmla="*/ 2367139 w 5715000"/>
                <a:gd name="connsiteY14" fmla="*/ 4401511 h 5714999"/>
                <a:gd name="connsiteX15" fmla="*/ 1428749 w 5715000"/>
                <a:gd name="connsiteY15" fmla="*/ 5332167 h 5714999"/>
                <a:gd name="connsiteX16" fmla="*/ 4401512 w 5715000"/>
                <a:gd name="connsiteY16" fmla="*/ 3347860 h 5714999"/>
                <a:gd name="connsiteX17" fmla="*/ 5332166 w 5715000"/>
                <a:gd name="connsiteY17" fmla="*/ 4286249 h 5714999"/>
                <a:gd name="connsiteX18" fmla="*/ 4052155 w 5715000"/>
                <a:gd name="connsiteY18" fmla="*/ 3948942 h 5714999"/>
                <a:gd name="connsiteX19" fmla="*/ 4107571 w 5715000"/>
                <a:gd name="connsiteY19" fmla="*/ 3887970 h 5714999"/>
                <a:gd name="connsiteX20" fmla="*/ 4350193 w 5715000"/>
                <a:gd name="connsiteY20" fmla="*/ 3488076 h 5714999"/>
                <a:gd name="connsiteX21" fmla="*/ 1313488 w 5715000"/>
                <a:gd name="connsiteY21" fmla="*/ 3347859 h 5714999"/>
                <a:gd name="connsiteX22" fmla="*/ 1364808 w 5715000"/>
                <a:gd name="connsiteY22" fmla="*/ 3488076 h 5714999"/>
                <a:gd name="connsiteX23" fmla="*/ 1607430 w 5715000"/>
                <a:gd name="connsiteY23" fmla="*/ 3887970 h 5714999"/>
                <a:gd name="connsiteX24" fmla="*/ 1662845 w 5715000"/>
                <a:gd name="connsiteY24" fmla="*/ 3948941 h 5714999"/>
                <a:gd name="connsiteX25" fmla="*/ 382831 w 5715000"/>
                <a:gd name="connsiteY25" fmla="*/ 4286249 h 5714999"/>
                <a:gd name="connsiteX26" fmla="*/ 4439179 w 5715000"/>
                <a:gd name="connsiteY26" fmla="*/ 2509980 h 5714999"/>
                <a:gd name="connsiteX27" fmla="*/ 5715000 w 5715000"/>
                <a:gd name="connsiteY27" fmla="*/ 2857500 h 5714999"/>
                <a:gd name="connsiteX28" fmla="*/ 4439179 w 5715000"/>
                <a:gd name="connsiteY28" fmla="*/ 3205020 h 5714999"/>
                <a:gd name="connsiteX29" fmla="*/ 4444588 w 5715000"/>
                <a:gd name="connsiteY29" fmla="*/ 3183986 h 5714999"/>
                <a:gd name="connsiteX30" fmla="*/ 4477500 w 5715000"/>
                <a:gd name="connsiteY30" fmla="*/ 2857499 h 5714999"/>
                <a:gd name="connsiteX31" fmla="*/ 4444588 w 5715000"/>
                <a:gd name="connsiteY31" fmla="*/ 2531013 h 5714999"/>
                <a:gd name="connsiteX32" fmla="*/ 1275821 w 5715000"/>
                <a:gd name="connsiteY32" fmla="*/ 2509980 h 5714999"/>
                <a:gd name="connsiteX33" fmla="*/ 1270413 w 5715000"/>
                <a:gd name="connsiteY33" fmla="*/ 2531013 h 5714999"/>
                <a:gd name="connsiteX34" fmla="*/ 1237500 w 5715000"/>
                <a:gd name="connsiteY34" fmla="*/ 2857499 h 5714999"/>
                <a:gd name="connsiteX35" fmla="*/ 1270413 w 5715000"/>
                <a:gd name="connsiteY35" fmla="*/ 3183986 h 5714999"/>
                <a:gd name="connsiteX36" fmla="*/ 1275821 w 5715000"/>
                <a:gd name="connsiteY36" fmla="*/ 3205020 h 5714999"/>
                <a:gd name="connsiteX37" fmla="*/ 0 w 5715000"/>
                <a:gd name="connsiteY37" fmla="*/ 2857500 h 5714999"/>
                <a:gd name="connsiteX38" fmla="*/ 5332166 w 5715000"/>
                <a:gd name="connsiteY38" fmla="*/ 1428750 h 5714999"/>
                <a:gd name="connsiteX39" fmla="*/ 4401512 w 5715000"/>
                <a:gd name="connsiteY39" fmla="*/ 2367137 h 5714999"/>
                <a:gd name="connsiteX40" fmla="*/ 4350193 w 5715000"/>
                <a:gd name="connsiteY40" fmla="*/ 2226922 h 5714999"/>
                <a:gd name="connsiteX41" fmla="*/ 4107571 w 5715000"/>
                <a:gd name="connsiteY41" fmla="*/ 1827029 h 5714999"/>
                <a:gd name="connsiteX42" fmla="*/ 4052155 w 5715000"/>
                <a:gd name="connsiteY42" fmla="*/ 1766056 h 5714999"/>
                <a:gd name="connsiteX43" fmla="*/ 382832 w 5715000"/>
                <a:gd name="connsiteY43" fmla="*/ 1428750 h 5714999"/>
                <a:gd name="connsiteX44" fmla="*/ 1662845 w 5715000"/>
                <a:gd name="connsiteY44" fmla="*/ 1766057 h 5714999"/>
                <a:gd name="connsiteX45" fmla="*/ 1607430 w 5715000"/>
                <a:gd name="connsiteY45" fmla="*/ 1827029 h 5714999"/>
                <a:gd name="connsiteX46" fmla="*/ 1364808 w 5715000"/>
                <a:gd name="connsiteY46" fmla="*/ 2226922 h 5714999"/>
                <a:gd name="connsiteX47" fmla="*/ 1313488 w 5715000"/>
                <a:gd name="connsiteY47" fmla="*/ 2367139 h 5714999"/>
                <a:gd name="connsiteX48" fmla="*/ 4286250 w 5715000"/>
                <a:gd name="connsiteY48" fmla="*/ 382832 h 5714999"/>
                <a:gd name="connsiteX49" fmla="*/ 3948943 w 5715000"/>
                <a:gd name="connsiteY49" fmla="*/ 1662844 h 5714999"/>
                <a:gd name="connsiteX50" fmla="*/ 3887970 w 5715000"/>
                <a:gd name="connsiteY50" fmla="*/ 1607429 h 5714999"/>
                <a:gd name="connsiteX51" fmla="*/ 3488077 w 5715000"/>
                <a:gd name="connsiteY51" fmla="*/ 1364807 h 5714999"/>
                <a:gd name="connsiteX52" fmla="*/ 3347861 w 5715000"/>
                <a:gd name="connsiteY52" fmla="*/ 1313487 h 5714999"/>
                <a:gd name="connsiteX53" fmla="*/ 1428749 w 5715000"/>
                <a:gd name="connsiteY53" fmla="*/ 382832 h 5714999"/>
                <a:gd name="connsiteX54" fmla="*/ 2367139 w 5715000"/>
                <a:gd name="connsiteY54" fmla="*/ 1313487 h 5714999"/>
                <a:gd name="connsiteX55" fmla="*/ 2226923 w 5715000"/>
                <a:gd name="connsiteY55" fmla="*/ 1364807 h 5714999"/>
                <a:gd name="connsiteX56" fmla="*/ 1827030 w 5715000"/>
                <a:gd name="connsiteY56" fmla="*/ 1607429 h 5714999"/>
                <a:gd name="connsiteX57" fmla="*/ 1766057 w 5715000"/>
                <a:gd name="connsiteY57" fmla="*/ 1662845 h 5714999"/>
                <a:gd name="connsiteX58" fmla="*/ 2857500 w 5715000"/>
                <a:gd name="connsiteY58" fmla="*/ 0 h 5714999"/>
                <a:gd name="connsiteX59" fmla="*/ 3205019 w 5715000"/>
                <a:gd name="connsiteY59" fmla="*/ 1275820 h 5714999"/>
                <a:gd name="connsiteX60" fmla="*/ 3183987 w 5715000"/>
                <a:gd name="connsiteY60" fmla="*/ 1270412 h 5714999"/>
                <a:gd name="connsiteX61" fmla="*/ 2857500 w 5715000"/>
                <a:gd name="connsiteY61" fmla="*/ 1237499 h 5714999"/>
                <a:gd name="connsiteX62" fmla="*/ 2531014 w 5715000"/>
                <a:gd name="connsiteY62" fmla="*/ 1270412 h 5714999"/>
                <a:gd name="connsiteX63" fmla="*/ 2509980 w 5715000"/>
                <a:gd name="connsiteY63" fmla="*/ 1275820 h 5714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5715000" h="5714999">
                  <a:moveTo>
                    <a:pt x="2509980" y="4439178"/>
                  </a:moveTo>
                  <a:lnTo>
                    <a:pt x="2531014" y="4444587"/>
                  </a:lnTo>
                  <a:cubicBezTo>
                    <a:pt x="2636472" y="4466166"/>
                    <a:pt x="2745663" y="4477499"/>
                    <a:pt x="2857500" y="4477499"/>
                  </a:cubicBezTo>
                  <a:cubicBezTo>
                    <a:pt x="2969338" y="4477499"/>
                    <a:pt x="3078529" y="4466166"/>
                    <a:pt x="3183987" y="4444587"/>
                  </a:cubicBezTo>
                  <a:lnTo>
                    <a:pt x="3205020" y="4439178"/>
                  </a:lnTo>
                  <a:lnTo>
                    <a:pt x="2857500" y="5714999"/>
                  </a:lnTo>
                  <a:close/>
                  <a:moveTo>
                    <a:pt x="3948943" y="4052155"/>
                  </a:moveTo>
                  <a:lnTo>
                    <a:pt x="4286250" y="5332167"/>
                  </a:lnTo>
                  <a:lnTo>
                    <a:pt x="3347861" y="4401512"/>
                  </a:lnTo>
                  <a:lnTo>
                    <a:pt x="3488077" y="4350192"/>
                  </a:lnTo>
                  <a:cubicBezTo>
                    <a:pt x="3633438" y="4288709"/>
                    <a:pt x="3767957" y="4206614"/>
                    <a:pt x="3887970" y="4107570"/>
                  </a:cubicBezTo>
                  <a:close/>
                  <a:moveTo>
                    <a:pt x="1766057" y="4052154"/>
                  </a:moveTo>
                  <a:lnTo>
                    <a:pt x="1827030" y="4107570"/>
                  </a:lnTo>
                  <a:cubicBezTo>
                    <a:pt x="1947044" y="4206614"/>
                    <a:pt x="2081563" y="4288709"/>
                    <a:pt x="2226923" y="4350192"/>
                  </a:cubicBezTo>
                  <a:lnTo>
                    <a:pt x="2367139" y="4401511"/>
                  </a:lnTo>
                  <a:lnTo>
                    <a:pt x="1428749" y="5332167"/>
                  </a:lnTo>
                  <a:close/>
                  <a:moveTo>
                    <a:pt x="4401512" y="3347860"/>
                  </a:moveTo>
                  <a:lnTo>
                    <a:pt x="5332166" y="4286249"/>
                  </a:lnTo>
                  <a:lnTo>
                    <a:pt x="4052155" y="3948942"/>
                  </a:lnTo>
                  <a:lnTo>
                    <a:pt x="4107571" y="3887970"/>
                  </a:lnTo>
                  <a:cubicBezTo>
                    <a:pt x="4206615" y="3767956"/>
                    <a:pt x="4288710" y="3633437"/>
                    <a:pt x="4350193" y="3488076"/>
                  </a:cubicBezTo>
                  <a:close/>
                  <a:moveTo>
                    <a:pt x="1313488" y="3347859"/>
                  </a:moveTo>
                  <a:lnTo>
                    <a:pt x="1364808" y="3488076"/>
                  </a:lnTo>
                  <a:cubicBezTo>
                    <a:pt x="1426290" y="3633437"/>
                    <a:pt x="1508386" y="3767956"/>
                    <a:pt x="1607430" y="3887970"/>
                  </a:cubicBezTo>
                  <a:lnTo>
                    <a:pt x="1662845" y="3948941"/>
                  </a:lnTo>
                  <a:lnTo>
                    <a:pt x="382831" y="4286249"/>
                  </a:lnTo>
                  <a:close/>
                  <a:moveTo>
                    <a:pt x="4439179" y="2509980"/>
                  </a:moveTo>
                  <a:lnTo>
                    <a:pt x="5715000" y="2857500"/>
                  </a:lnTo>
                  <a:lnTo>
                    <a:pt x="4439179" y="3205020"/>
                  </a:lnTo>
                  <a:lnTo>
                    <a:pt x="4444588" y="3183986"/>
                  </a:lnTo>
                  <a:cubicBezTo>
                    <a:pt x="4466167" y="3078527"/>
                    <a:pt x="4477500" y="2969337"/>
                    <a:pt x="4477500" y="2857499"/>
                  </a:cubicBezTo>
                  <a:cubicBezTo>
                    <a:pt x="4477500" y="2745662"/>
                    <a:pt x="4466167" y="2636471"/>
                    <a:pt x="4444588" y="2531013"/>
                  </a:cubicBezTo>
                  <a:close/>
                  <a:moveTo>
                    <a:pt x="1275821" y="2509980"/>
                  </a:moveTo>
                  <a:lnTo>
                    <a:pt x="1270413" y="2531013"/>
                  </a:lnTo>
                  <a:cubicBezTo>
                    <a:pt x="1248833" y="2636471"/>
                    <a:pt x="1237500" y="2745662"/>
                    <a:pt x="1237500" y="2857499"/>
                  </a:cubicBezTo>
                  <a:cubicBezTo>
                    <a:pt x="1237500" y="2969337"/>
                    <a:pt x="1248833" y="3078527"/>
                    <a:pt x="1270413" y="3183986"/>
                  </a:cubicBezTo>
                  <a:lnTo>
                    <a:pt x="1275821" y="3205020"/>
                  </a:lnTo>
                  <a:lnTo>
                    <a:pt x="0" y="2857500"/>
                  </a:lnTo>
                  <a:close/>
                  <a:moveTo>
                    <a:pt x="5332166" y="1428750"/>
                  </a:moveTo>
                  <a:lnTo>
                    <a:pt x="4401512" y="2367137"/>
                  </a:lnTo>
                  <a:lnTo>
                    <a:pt x="4350193" y="2226922"/>
                  </a:lnTo>
                  <a:cubicBezTo>
                    <a:pt x="4288710" y="2081562"/>
                    <a:pt x="4206615" y="1947042"/>
                    <a:pt x="4107571" y="1827029"/>
                  </a:cubicBezTo>
                  <a:lnTo>
                    <a:pt x="4052155" y="1766056"/>
                  </a:lnTo>
                  <a:close/>
                  <a:moveTo>
                    <a:pt x="382832" y="1428750"/>
                  </a:moveTo>
                  <a:lnTo>
                    <a:pt x="1662845" y="1766057"/>
                  </a:lnTo>
                  <a:lnTo>
                    <a:pt x="1607430" y="1827029"/>
                  </a:lnTo>
                  <a:cubicBezTo>
                    <a:pt x="1508386" y="1947042"/>
                    <a:pt x="1426290" y="2081562"/>
                    <a:pt x="1364808" y="2226922"/>
                  </a:cubicBezTo>
                  <a:lnTo>
                    <a:pt x="1313488" y="2367139"/>
                  </a:lnTo>
                  <a:close/>
                  <a:moveTo>
                    <a:pt x="4286250" y="382832"/>
                  </a:moveTo>
                  <a:lnTo>
                    <a:pt x="3948943" y="1662844"/>
                  </a:lnTo>
                  <a:lnTo>
                    <a:pt x="3887970" y="1607429"/>
                  </a:lnTo>
                  <a:cubicBezTo>
                    <a:pt x="3767957" y="1508385"/>
                    <a:pt x="3633438" y="1426289"/>
                    <a:pt x="3488077" y="1364807"/>
                  </a:cubicBezTo>
                  <a:lnTo>
                    <a:pt x="3347861" y="1313487"/>
                  </a:lnTo>
                  <a:close/>
                  <a:moveTo>
                    <a:pt x="1428749" y="382832"/>
                  </a:moveTo>
                  <a:lnTo>
                    <a:pt x="2367139" y="1313487"/>
                  </a:lnTo>
                  <a:lnTo>
                    <a:pt x="2226923" y="1364807"/>
                  </a:lnTo>
                  <a:cubicBezTo>
                    <a:pt x="2081563" y="1426289"/>
                    <a:pt x="1947044" y="1508385"/>
                    <a:pt x="1827030" y="1607429"/>
                  </a:cubicBezTo>
                  <a:lnTo>
                    <a:pt x="1766057" y="1662845"/>
                  </a:lnTo>
                  <a:close/>
                  <a:moveTo>
                    <a:pt x="2857500" y="0"/>
                  </a:moveTo>
                  <a:lnTo>
                    <a:pt x="3205019" y="1275820"/>
                  </a:lnTo>
                  <a:lnTo>
                    <a:pt x="3183987" y="1270412"/>
                  </a:lnTo>
                  <a:cubicBezTo>
                    <a:pt x="3078529" y="1248832"/>
                    <a:pt x="2969338" y="1237499"/>
                    <a:pt x="2857500" y="1237499"/>
                  </a:cubicBezTo>
                  <a:cubicBezTo>
                    <a:pt x="2745663" y="1237499"/>
                    <a:pt x="2636472" y="1248832"/>
                    <a:pt x="2531014" y="1270412"/>
                  </a:cubicBezTo>
                  <a:lnTo>
                    <a:pt x="2509980" y="1275820"/>
                  </a:lnTo>
                  <a:close/>
                </a:path>
              </a:pathLst>
            </a:cu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橢圓 13"/>
            <p:cNvSpPr/>
            <p:nvPr/>
          </p:nvSpPr>
          <p:spPr>
            <a:xfrm>
              <a:off x="4656000" y="1989000"/>
              <a:ext cx="2880000" cy="288000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036252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976050" y="0"/>
            <a:ext cx="8838000" cy="6858000"/>
          </a:xfrm>
          <a:prstGeom prst="rect">
            <a:avLst/>
          </a:prstGeom>
          <a:solidFill>
            <a:srgbClr val="FE000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1976050" y="0"/>
            <a:ext cx="3431150" cy="3430800"/>
          </a:xfrm>
          <a:prstGeom prst="rect">
            <a:avLst/>
          </a:prstGeom>
          <a:solidFill>
            <a:srgbClr val="0000A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" name="群組 6"/>
          <p:cNvGrpSpPr/>
          <p:nvPr/>
        </p:nvGrpSpPr>
        <p:grpSpPr>
          <a:xfrm>
            <a:off x="2392415" y="416190"/>
            <a:ext cx="2598419" cy="2598419"/>
            <a:chOff x="3238500" y="571501"/>
            <a:chExt cx="5715000" cy="5714999"/>
          </a:xfrm>
        </p:grpSpPr>
        <p:sp>
          <p:nvSpPr>
            <p:cNvPr id="8" name="手繪多邊形 7"/>
            <p:cNvSpPr/>
            <p:nvPr/>
          </p:nvSpPr>
          <p:spPr>
            <a:xfrm>
              <a:off x="3238500" y="571501"/>
              <a:ext cx="5715000" cy="5714999"/>
            </a:xfrm>
            <a:custGeom>
              <a:avLst/>
              <a:gdLst>
                <a:gd name="connsiteX0" fmla="*/ 2509980 w 5715000"/>
                <a:gd name="connsiteY0" fmla="*/ 4439178 h 5714999"/>
                <a:gd name="connsiteX1" fmla="*/ 2531014 w 5715000"/>
                <a:gd name="connsiteY1" fmla="*/ 4444587 h 5714999"/>
                <a:gd name="connsiteX2" fmla="*/ 2857500 w 5715000"/>
                <a:gd name="connsiteY2" fmla="*/ 4477499 h 5714999"/>
                <a:gd name="connsiteX3" fmla="*/ 3183987 w 5715000"/>
                <a:gd name="connsiteY3" fmla="*/ 4444587 h 5714999"/>
                <a:gd name="connsiteX4" fmla="*/ 3205020 w 5715000"/>
                <a:gd name="connsiteY4" fmla="*/ 4439178 h 5714999"/>
                <a:gd name="connsiteX5" fmla="*/ 2857500 w 5715000"/>
                <a:gd name="connsiteY5" fmla="*/ 5714999 h 5714999"/>
                <a:gd name="connsiteX6" fmla="*/ 3948943 w 5715000"/>
                <a:gd name="connsiteY6" fmla="*/ 4052155 h 5714999"/>
                <a:gd name="connsiteX7" fmla="*/ 4286250 w 5715000"/>
                <a:gd name="connsiteY7" fmla="*/ 5332167 h 5714999"/>
                <a:gd name="connsiteX8" fmla="*/ 3347861 w 5715000"/>
                <a:gd name="connsiteY8" fmla="*/ 4401512 h 5714999"/>
                <a:gd name="connsiteX9" fmla="*/ 3488077 w 5715000"/>
                <a:gd name="connsiteY9" fmla="*/ 4350192 h 5714999"/>
                <a:gd name="connsiteX10" fmla="*/ 3887970 w 5715000"/>
                <a:gd name="connsiteY10" fmla="*/ 4107570 h 5714999"/>
                <a:gd name="connsiteX11" fmla="*/ 1766057 w 5715000"/>
                <a:gd name="connsiteY11" fmla="*/ 4052154 h 5714999"/>
                <a:gd name="connsiteX12" fmla="*/ 1827030 w 5715000"/>
                <a:gd name="connsiteY12" fmla="*/ 4107570 h 5714999"/>
                <a:gd name="connsiteX13" fmla="*/ 2226923 w 5715000"/>
                <a:gd name="connsiteY13" fmla="*/ 4350192 h 5714999"/>
                <a:gd name="connsiteX14" fmla="*/ 2367139 w 5715000"/>
                <a:gd name="connsiteY14" fmla="*/ 4401511 h 5714999"/>
                <a:gd name="connsiteX15" fmla="*/ 1428749 w 5715000"/>
                <a:gd name="connsiteY15" fmla="*/ 5332167 h 5714999"/>
                <a:gd name="connsiteX16" fmla="*/ 4401512 w 5715000"/>
                <a:gd name="connsiteY16" fmla="*/ 3347860 h 5714999"/>
                <a:gd name="connsiteX17" fmla="*/ 5332166 w 5715000"/>
                <a:gd name="connsiteY17" fmla="*/ 4286249 h 5714999"/>
                <a:gd name="connsiteX18" fmla="*/ 4052155 w 5715000"/>
                <a:gd name="connsiteY18" fmla="*/ 3948942 h 5714999"/>
                <a:gd name="connsiteX19" fmla="*/ 4107571 w 5715000"/>
                <a:gd name="connsiteY19" fmla="*/ 3887970 h 5714999"/>
                <a:gd name="connsiteX20" fmla="*/ 4350193 w 5715000"/>
                <a:gd name="connsiteY20" fmla="*/ 3488076 h 5714999"/>
                <a:gd name="connsiteX21" fmla="*/ 1313488 w 5715000"/>
                <a:gd name="connsiteY21" fmla="*/ 3347859 h 5714999"/>
                <a:gd name="connsiteX22" fmla="*/ 1364808 w 5715000"/>
                <a:gd name="connsiteY22" fmla="*/ 3488076 h 5714999"/>
                <a:gd name="connsiteX23" fmla="*/ 1607430 w 5715000"/>
                <a:gd name="connsiteY23" fmla="*/ 3887970 h 5714999"/>
                <a:gd name="connsiteX24" fmla="*/ 1662845 w 5715000"/>
                <a:gd name="connsiteY24" fmla="*/ 3948941 h 5714999"/>
                <a:gd name="connsiteX25" fmla="*/ 382831 w 5715000"/>
                <a:gd name="connsiteY25" fmla="*/ 4286249 h 5714999"/>
                <a:gd name="connsiteX26" fmla="*/ 4439179 w 5715000"/>
                <a:gd name="connsiteY26" fmla="*/ 2509980 h 5714999"/>
                <a:gd name="connsiteX27" fmla="*/ 5715000 w 5715000"/>
                <a:gd name="connsiteY27" fmla="*/ 2857500 h 5714999"/>
                <a:gd name="connsiteX28" fmla="*/ 4439179 w 5715000"/>
                <a:gd name="connsiteY28" fmla="*/ 3205020 h 5714999"/>
                <a:gd name="connsiteX29" fmla="*/ 4444588 w 5715000"/>
                <a:gd name="connsiteY29" fmla="*/ 3183986 h 5714999"/>
                <a:gd name="connsiteX30" fmla="*/ 4477500 w 5715000"/>
                <a:gd name="connsiteY30" fmla="*/ 2857499 h 5714999"/>
                <a:gd name="connsiteX31" fmla="*/ 4444588 w 5715000"/>
                <a:gd name="connsiteY31" fmla="*/ 2531013 h 5714999"/>
                <a:gd name="connsiteX32" fmla="*/ 1275821 w 5715000"/>
                <a:gd name="connsiteY32" fmla="*/ 2509980 h 5714999"/>
                <a:gd name="connsiteX33" fmla="*/ 1270413 w 5715000"/>
                <a:gd name="connsiteY33" fmla="*/ 2531013 h 5714999"/>
                <a:gd name="connsiteX34" fmla="*/ 1237500 w 5715000"/>
                <a:gd name="connsiteY34" fmla="*/ 2857499 h 5714999"/>
                <a:gd name="connsiteX35" fmla="*/ 1270413 w 5715000"/>
                <a:gd name="connsiteY35" fmla="*/ 3183986 h 5714999"/>
                <a:gd name="connsiteX36" fmla="*/ 1275821 w 5715000"/>
                <a:gd name="connsiteY36" fmla="*/ 3205020 h 5714999"/>
                <a:gd name="connsiteX37" fmla="*/ 0 w 5715000"/>
                <a:gd name="connsiteY37" fmla="*/ 2857500 h 5714999"/>
                <a:gd name="connsiteX38" fmla="*/ 5332166 w 5715000"/>
                <a:gd name="connsiteY38" fmla="*/ 1428750 h 5714999"/>
                <a:gd name="connsiteX39" fmla="*/ 4401512 w 5715000"/>
                <a:gd name="connsiteY39" fmla="*/ 2367137 h 5714999"/>
                <a:gd name="connsiteX40" fmla="*/ 4350193 w 5715000"/>
                <a:gd name="connsiteY40" fmla="*/ 2226922 h 5714999"/>
                <a:gd name="connsiteX41" fmla="*/ 4107571 w 5715000"/>
                <a:gd name="connsiteY41" fmla="*/ 1827029 h 5714999"/>
                <a:gd name="connsiteX42" fmla="*/ 4052155 w 5715000"/>
                <a:gd name="connsiteY42" fmla="*/ 1766056 h 5714999"/>
                <a:gd name="connsiteX43" fmla="*/ 382832 w 5715000"/>
                <a:gd name="connsiteY43" fmla="*/ 1428750 h 5714999"/>
                <a:gd name="connsiteX44" fmla="*/ 1662845 w 5715000"/>
                <a:gd name="connsiteY44" fmla="*/ 1766057 h 5714999"/>
                <a:gd name="connsiteX45" fmla="*/ 1607430 w 5715000"/>
                <a:gd name="connsiteY45" fmla="*/ 1827029 h 5714999"/>
                <a:gd name="connsiteX46" fmla="*/ 1364808 w 5715000"/>
                <a:gd name="connsiteY46" fmla="*/ 2226922 h 5714999"/>
                <a:gd name="connsiteX47" fmla="*/ 1313488 w 5715000"/>
                <a:gd name="connsiteY47" fmla="*/ 2367139 h 5714999"/>
                <a:gd name="connsiteX48" fmla="*/ 4286250 w 5715000"/>
                <a:gd name="connsiteY48" fmla="*/ 382832 h 5714999"/>
                <a:gd name="connsiteX49" fmla="*/ 3948943 w 5715000"/>
                <a:gd name="connsiteY49" fmla="*/ 1662844 h 5714999"/>
                <a:gd name="connsiteX50" fmla="*/ 3887970 w 5715000"/>
                <a:gd name="connsiteY50" fmla="*/ 1607429 h 5714999"/>
                <a:gd name="connsiteX51" fmla="*/ 3488077 w 5715000"/>
                <a:gd name="connsiteY51" fmla="*/ 1364807 h 5714999"/>
                <a:gd name="connsiteX52" fmla="*/ 3347861 w 5715000"/>
                <a:gd name="connsiteY52" fmla="*/ 1313487 h 5714999"/>
                <a:gd name="connsiteX53" fmla="*/ 1428749 w 5715000"/>
                <a:gd name="connsiteY53" fmla="*/ 382832 h 5714999"/>
                <a:gd name="connsiteX54" fmla="*/ 2367139 w 5715000"/>
                <a:gd name="connsiteY54" fmla="*/ 1313487 h 5714999"/>
                <a:gd name="connsiteX55" fmla="*/ 2226923 w 5715000"/>
                <a:gd name="connsiteY55" fmla="*/ 1364807 h 5714999"/>
                <a:gd name="connsiteX56" fmla="*/ 1827030 w 5715000"/>
                <a:gd name="connsiteY56" fmla="*/ 1607429 h 5714999"/>
                <a:gd name="connsiteX57" fmla="*/ 1766057 w 5715000"/>
                <a:gd name="connsiteY57" fmla="*/ 1662845 h 5714999"/>
                <a:gd name="connsiteX58" fmla="*/ 2857500 w 5715000"/>
                <a:gd name="connsiteY58" fmla="*/ 0 h 5714999"/>
                <a:gd name="connsiteX59" fmla="*/ 3205019 w 5715000"/>
                <a:gd name="connsiteY59" fmla="*/ 1275820 h 5714999"/>
                <a:gd name="connsiteX60" fmla="*/ 3183987 w 5715000"/>
                <a:gd name="connsiteY60" fmla="*/ 1270412 h 5714999"/>
                <a:gd name="connsiteX61" fmla="*/ 2857500 w 5715000"/>
                <a:gd name="connsiteY61" fmla="*/ 1237499 h 5714999"/>
                <a:gd name="connsiteX62" fmla="*/ 2531014 w 5715000"/>
                <a:gd name="connsiteY62" fmla="*/ 1270412 h 5714999"/>
                <a:gd name="connsiteX63" fmla="*/ 2509980 w 5715000"/>
                <a:gd name="connsiteY63" fmla="*/ 1275820 h 5714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5715000" h="5714999">
                  <a:moveTo>
                    <a:pt x="2509980" y="4439178"/>
                  </a:moveTo>
                  <a:lnTo>
                    <a:pt x="2531014" y="4444587"/>
                  </a:lnTo>
                  <a:cubicBezTo>
                    <a:pt x="2636472" y="4466166"/>
                    <a:pt x="2745663" y="4477499"/>
                    <a:pt x="2857500" y="4477499"/>
                  </a:cubicBezTo>
                  <a:cubicBezTo>
                    <a:pt x="2969338" y="4477499"/>
                    <a:pt x="3078529" y="4466166"/>
                    <a:pt x="3183987" y="4444587"/>
                  </a:cubicBezTo>
                  <a:lnTo>
                    <a:pt x="3205020" y="4439178"/>
                  </a:lnTo>
                  <a:lnTo>
                    <a:pt x="2857500" y="5714999"/>
                  </a:lnTo>
                  <a:close/>
                  <a:moveTo>
                    <a:pt x="3948943" y="4052155"/>
                  </a:moveTo>
                  <a:lnTo>
                    <a:pt x="4286250" y="5332167"/>
                  </a:lnTo>
                  <a:lnTo>
                    <a:pt x="3347861" y="4401512"/>
                  </a:lnTo>
                  <a:lnTo>
                    <a:pt x="3488077" y="4350192"/>
                  </a:lnTo>
                  <a:cubicBezTo>
                    <a:pt x="3633438" y="4288709"/>
                    <a:pt x="3767957" y="4206614"/>
                    <a:pt x="3887970" y="4107570"/>
                  </a:cubicBezTo>
                  <a:close/>
                  <a:moveTo>
                    <a:pt x="1766057" y="4052154"/>
                  </a:moveTo>
                  <a:lnTo>
                    <a:pt x="1827030" y="4107570"/>
                  </a:lnTo>
                  <a:cubicBezTo>
                    <a:pt x="1947044" y="4206614"/>
                    <a:pt x="2081563" y="4288709"/>
                    <a:pt x="2226923" y="4350192"/>
                  </a:cubicBezTo>
                  <a:lnTo>
                    <a:pt x="2367139" y="4401511"/>
                  </a:lnTo>
                  <a:lnTo>
                    <a:pt x="1428749" y="5332167"/>
                  </a:lnTo>
                  <a:close/>
                  <a:moveTo>
                    <a:pt x="4401512" y="3347860"/>
                  </a:moveTo>
                  <a:lnTo>
                    <a:pt x="5332166" y="4286249"/>
                  </a:lnTo>
                  <a:lnTo>
                    <a:pt x="4052155" y="3948942"/>
                  </a:lnTo>
                  <a:lnTo>
                    <a:pt x="4107571" y="3887970"/>
                  </a:lnTo>
                  <a:cubicBezTo>
                    <a:pt x="4206615" y="3767956"/>
                    <a:pt x="4288710" y="3633437"/>
                    <a:pt x="4350193" y="3488076"/>
                  </a:cubicBezTo>
                  <a:close/>
                  <a:moveTo>
                    <a:pt x="1313488" y="3347859"/>
                  </a:moveTo>
                  <a:lnTo>
                    <a:pt x="1364808" y="3488076"/>
                  </a:lnTo>
                  <a:cubicBezTo>
                    <a:pt x="1426290" y="3633437"/>
                    <a:pt x="1508386" y="3767956"/>
                    <a:pt x="1607430" y="3887970"/>
                  </a:cubicBezTo>
                  <a:lnTo>
                    <a:pt x="1662845" y="3948941"/>
                  </a:lnTo>
                  <a:lnTo>
                    <a:pt x="382831" y="4286249"/>
                  </a:lnTo>
                  <a:close/>
                  <a:moveTo>
                    <a:pt x="4439179" y="2509980"/>
                  </a:moveTo>
                  <a:lnTo>
                    <a:pt x="5715000" y="2857500"/>
                  </a:lnTo>
                  <a:lnTo>
                    <a:pt x="4439179" y="3205020"/>
                  </a:lnTo>
                  <a:lnTo>
                    <a:pt x="4444588" y="3183986"/>
                  </a:lnTo>
                  <a:cubicBezTo>
                    <a:pt x="4466167" y="3078527"/>
                    <a:pt x="4477500" y="2969337"/>
                    <a:pt x="4477500" y="2857499"/>
                  </a:cubicBezTo>
                  <a:cubicBezTo>
                    <a:pt x="4477500" y="2745662"/>
                    <a:pt x="4466167" y="2636471"/>
                    <a:pt x="4444588" y="2531013"/>
                  </a:cubicBezTo>
                  <a:close/>
                  <a:moveTo>
                    <a:pt x="1275821" y="2509980"/>
                  </a:moveTo>
                  <a:lnTo>
                    <a:pt x="1270413" y="2531013"/>
                  </a:lnTo>
                  <a:cubicBezTo>
                    <a:pt x="1248833" y="2636471"/>
                    <a:pt x="1237500" y="2745662"/>
                    <a:pt x="1237500" y="2857499"/>
                  </a:cubicBezTo>
                  <a:cubicBezTo>
                    <a:pt x="1237500" y="2969337"/>
                    <a:pt x="1248833" y="3078527"/>
                    <a:pt x="1270413" y="3183986"/>
                  </a:cubicBezTo>
                  <a:lnTo>
                    <a:pt x="1275821" y="3205020"/>
                  </a:lnTo>
                  <a:lnTo>
                    <a:pt x="0" y="2857500"/>
                  </a:lnTo>
                  <a:close/>
                  <a:moveTo>
                    <a:pt x="5332166" y="1428750"/>
                  </a:moveTo>
                  <a:lnTo>
                    <a:pt x="4401512" y="2367137"/>
                  </a:lnTo>
                  <a:lnTo>
                    <a:pt x="4350193" y="2226922"/>
                  </a:lnTo>
                  <a:cubicBezTo>
                    <a:pt x="4288710" y="2081562"/>
                    <a:pt x="4206615" y="1947042"/>
                    <a:pt x="4107571" y="1827029"/>
                  </a:cubicBezTo>
                  <a:lnTo>
                    <a:pt x="4052155" y="1766056"/>
                  </a:lnTo>
                  <a:close/>
                  <a:moveTo>
                    <a:pt x="382832" y="1428750"/>
                  </a:moveTo>
                  <a:lnTo>
                    <a:pt x="1662845" y="1766057"/>
                  </a:lnTo>
                  <a:lnTo>
                    <a:pt x="1607430" y="1827029"/>
                  </a:lnTo>
                  <a:cubicBezTo>
                    <a:pt x="1508386" y="1947042"/>
                    <a:pt x="1426290" y="2081562"/>
                    <a:pt x="1364808" y="2226922"/>
                  </a:cubicBezTo>
                  <a:lnTo>
                    <a:pt x="1313488" y="2367139"/>
                  </a:lnTo>
                  <a:close/>
                  <a:moveTo>
                    <a:pt x="4286250" y="382832"/>
                  </a:moveTo>
                  <a:lnTo>
                    <a:pt x="3948943" y="1662844"/>
                  </a:lnTo>
                  <a:lnTo>
                    <a:pt x="3887970" y="1607429"/>
                  </a:lnTo>
                  <a:cubicBezTo>
                    <a:pt x="3767957" y="1508385"/>
                    <a:pt x="3633438" y="1426289"/>
                    <a:pt x="3488077" y="1364807"/>
                  </a:cubicBezTo>
                  <a:lnTo>
                    <a:pt x="3347861" y="1313487"/>
                  </a:lnTo>
                  <a:close/>
                  <a:moveTo>
                    <a:pt x="1428749" y="382832"/>
                  </a:moveTo>
                  <a:lnTo>
                    <a:pt x="2367139" y="1313487"/>
                  </a:lnTo>
                  <a:lnTo>
                    <a:pt x="2226923" y="1364807"/>
                  </a:lnTo>
                  <a:cubicBezTo>
                    <a:pt x="2081563" y="1426289"/>
                    <a:pt x="1947044" y="1508385"/>
                    <a:pt x="1827030" y="1607429"/>
                  </a:cubicBezTo>
                  <a:lnTo>
                    <a:pt x="1766057" y="1662845"/>
                  </a:lnTo>
                  <a:close/>
                  <a:moveTo>
                    <a:pt x="2857500" y="0"/>
                  </a:moveTo>
                  <a:lnTo>
                    <a:pt x="3205019" y="1275820"/>
                  </a:lnTo>
                  <a:lnTo>
                    <a:pt x="3183987" y="1270412"/>
                  </a:lnTo>
                  <a:cubicBezTo>
                    <a:pt x="3078529" y="1248832"/>
                    <a:pt x="2969338" y="1237499"/>
                    <a:pt x="2857500" y="1237499"/>
                  </a:cubicBezTo>
                  <a:cubicBezTo>
                    <a:pt x="2745663" y="1237499"/>
                    <a:pt x="2636472" y="1248832"/>
                    <a:pt x="2531014" y="1270412"/>
                  </a:cubicBezTo>
                  <a:lnTo>
                    <a:pt x="2509980" y="1275820"/>
                  </a:lnTo>
                  <a:close/>
                </a:path>
              </a:pathLst>
            </a:cu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橢圓 8"/>
            <p:cNvSpPr/>
            <p:nvPr/>
          </p:nvSpPr>
          <p:spPr>
            <a:xfrm>
              <a:off x="4656000" y="1989000"/>
              <a:ext cx="2880000" cy="288000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0" name="矩形 9"/>
          <p:cNvSpPr/>
          <p:nvPr/>
        </p:nvSpPr>
        <p:spPr>
          <a:xfrm>
            <a:off x="-1" y="0"/>
            <a:ext cx="1976049" cy="685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和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平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建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  <a:p>
            <a:pPr algn="ctr">
              <a:lnSpc>
                <a:spcPct val="85000"/>
              </a:lnSpc>
            </a:pPr>
            <a:r>
              <a:rPr lang="zh-TW" altLang="en-US" sz="12500" b="1" smtClean="0">
                <a:solidFill>
                  <a:schemeClr val="tx1"/>
                </a:solidFill>
                <a:latin typeface="DFKai-SB" panose="03000509000000000000" pitchFamily="65" charset="-120"/>
                <a:ea typeface="DFKai-SB" panose="03000509000000000000" pitchFamily="65" charset="-120"/>
              </a:rPr>
              <a:t>國</a:t>
            </a:r>
            <a:endParaRPr lang="en-US" altLang="zh-TW" sz="12500" b="1" smtClean="0">
              <a:solidFill>
                <a:schemeClr val="tx1"/>
              </a:solidFill>
              <a:latin typeface="DFKai-SB" panose="03000509000000000000" pitchFamily="65" charset="-120"/>
              <a:ea typeface="DFKai-SB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9389736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58534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2482" y="894457"/>
            <a:ext cx="5069086" cy="5069086"/>
          </a:xfrm>
          <a:prstGeom prst="rect">
            <a:avLst/>
          </a:prstGeom>
        </p:spPr>
      </p:pic>
      <p:grpSp>
        <p:nvGrpSpPr>
          <p:cNvPr id="7" name="群組 6"/>
          <p:cNvGrpSpPr/>
          <p:nvPr/>
        </p:nvGrpSpPr>
        <p:grpSpPr>
          <a:xfrm>
            <a:off x="5097504" y="894457"/>
            <a:ext cx="619043" cy="5069086"/>
            <a:chOff x="5747039" y="571500"/>
            <a:chExt cx="697923" cy="5715000"/>
          </a:xfrm>
        </p:grpSpPr>
        <p:sp>
          <p:nvSpPr>
            <p:cNvPr id="5" name="等腰三角形 4"/>
            <p:cNvSpPr/>
            <p:nvPr/>
          </p:nvSpPr>
          <p:spPr>
            <a:xfrm>
              <a:off x="5747039" y="571500"/>
              <a:ext cx="697923" cy="1281113"/>
            </a:xfrm>
            <a:prstGeom prst="triangl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  <p:sp>
          <p:nvSpPr>
            <p:cNvPr id="6" name="等腰三角形 5"/>
            <p:cNvSpPr/>
            <p:nvPr/>
          </p:nvSpPr>
          <p:spPr>
            <a:xfrm flipV="1">
              <a:off x="5747039" y="5005387"/>
              <a:ext cx="697923" cy="1281113"/>
            </a:xfrm>
            <a:prstGeom prst="triangl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</p:grpSp>
      <p:grpSp>
        <p:nvGrpSpPr>
          <p:cNvPr id="8" name="群組 7"/>
          <p:cNvGrpSpPr/>
          <p:nvPr/>
        </p:nvGrpSpPr>
        <p:grpSpPr>
          <a:xfrm rot="1800000">
            <a:off x="5097504" y="894457"/>
            <a:ext cx="619043" cy="5069086"/>
            <a:chOff x="5747039" y="571500"/>
            <a:chExt cx="697923" cy="5715000"/>
          </a:xfrm>
        </p:grpSpPr>
        <p:sp>
          <p:nvSpPr>
            <p:cNvPr id="9" name="等腰三角形 8"/>
            <p:cNvSpPr/>
            <p:nvPr/>
          </p:nvSpPr>
          <p:spPr>
            <a:xfrm>
              <a:off x="5747039" y="571500"/>
              <a:ext cx="697923" cy="1281113"/>
            </a:xfrm>
            <a:prstGeom prst="triangl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  <p:sp>
          <p:nvSpPr>
            <p:cNvPr id="10" name="等腰三角形 9"/>
            <p:cNvSpPr/>
            <p:nvPr/>
          </p:nvSpPr>
          <p:spPr>
            <a:xfrm flipV="1">
              <a:off x="5747039" y="5005387"/>
              <a:ext cx="697923" cy="1281113"/>
            </a:xfrm>
            <a:prstGeom prst="triangl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</p:grpSp>
      <p:grpSp>
        <p:nvGrpSpPr>
          <p:cNvPr id="11" name="群組 10"/>
          <p:cNvGrpSpPr/>
          <p:nvPr/>
        </p:nvGrpSpPr>
        <p:grpSpPr>
          <a:xfrm rot="3600000">
            <a:off x="5097504" y="894457"/>
            <a:ext cx="619043" cy="5069086"/>
            <a:chOff x="5747039" y="571500"/>
            <a:chExt cx="697923" cy="5715000"/>
          </a:xfrm>
        </p:grpSpPr>
        <p:sp>
          <p:nvSpPr>
            <p:cNvPr id="12" name="等腰三角形 11"/>
            <p:cNvSpPr/>
            <p:nvPr/>
          </p:nvSpPr>
          <p:spPr>
            <a:xfrm>
              <a:off x="5747039" y="571500"/>
              <a:ext cx="697923" cy="1281113"/>
            </a:xfrm>
            <a:prstGeom prst="triangl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  <p:sp>
          <p:nvSpPr>
            <p:cNvPr id="13" name="等腰三角形 12"/>
            <p:cNvSpPr/>
            <p:nvPr/>
          </p:nvSpPr>
          <p:spPr>
            <a:xfrm flipV="1">
              <a:off x="5747039" y="5005387"/>
              <a:ext cx="697923" cy="1281113"/>
            </a:xfrm>
            <a:prstGeom prst="triangl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</p:grpSp>
      <p:grpSp>
        <p:nvGrpSpPr>
          <p:cNvPr id="14" name="群組 13"/>
          <p:cNvGrpSpPr/>
          <p:nvPr/>
        </p:nvGrpSpPr>
        <p:grpSpPr>
          <a:xfrm rot="5400000">
            <a:off x="5097504" y="894457"/>
            <a:ext cx="619043" cy="5069086"/>
            <a:chOff x="5747039" y="571500"/>
            <a:chExt cx="697923" cy="5715000"/>
          </a:xfrm>
        </p:grpSpPr>
        <p:sp>
          <p:nvSpPr>
            <p:cNvPr id="15" name="等腰三角形 14"/>
            <p:cNvSpPr/>
            <p:nvPr/>
          </p:nvSpPr>
          <p:spPr>
            <a:xfrm>
              <a:off x="5747039" y="571500"/>
              <a:ext cx="697923" cy="1281113"/>
            </a:xfrm>
            <a:prstGeom prst="triangl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  <p:sp>
          <p:nvSpPr>
            <p:cNvPr id="16" name="等腰三角形 15"/>
            <p:cNvSpPr/>
            <p:nvPr/>
          </p:nvSpPr>
          <p:spPr>
            <a:xfrm flipV="1">
              <a:off x="5747039" y="5005387"/>
              <a:ext cx="697923" cy="1281113"/>
            </a:xfrm>
            <a:prstGeom prst="triangl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</p:grpSp>
      <p:grpSp>
        <p:nvGrpSpPr>
          <p:cNvPr id="17" name="群組 16"/>
          <p:cNvGrpSpPr/>
          <p:nvPr/>
        </p:nvGrpSpPr>
        <p:grpSpPr>
          <a:xfrm rot="7200000">
            <a:off x="5097504" y="894457"/>
            <a:ext cx="619043" cy="5069086"/>
            <a:chOff x="5747039" y="571500"/>
            <a:chExt cx="697923" cy="5715000"/>
          </a:xfrm>
        </p:grpSpPr>
        <p:sp>
          <p:nvSpPr>
            <p:cNvPr id="18" name="等腰三角形 17"/>
            <p:cNvSpPr/>
            <p:nvPr/>
          </p:nvSpPr>
          <p:spPr>
            <a:xfrm>
              <a:off x="5747039" y="571500"/>
              <a:ext cx="697923" cy="1281113"/>
            </a:xfrm>
            <a:prstGeom prst="triangl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  <p:sp>
          <p:nvSpPr>
            <p:cNvPr id="19" name="等腰三角形 18"/>
            <p:cNvSpPr/>
            <p:nvPr/>
          </p:nvSpPr>
          <p:spPr>
            <a:xfrm flipV="1">
              <a:off x="5747039" y="5005387"/>
              <a:ext cx="697923" cy="1281113"/>
            </a:xfrm>
            <a:prstGeom prst="triangl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</p:grpSp>
      <p:grpSp>
        <p:nvGrpSpPr>
          <p:cNvPr id="20" name="群組 19"/>
          <p:cNvGrpSpPr/>
          <p:nvPr/>
        </p:nvGrpSpPr>
        <p:grpSpPr>
          <a:xfrm rot="9000000">
            <a:off x="5097504" y="894457"/>
            <a:ext cx="619043" cy="5069086"/>
            <a:chOff x="5747039" y="571500"/>
            <a:chExt cx="697923" cy="5715000"/>
          </a:xfrm>
        </p:grpSpPr>
        <p:sp>
          <p:nvSpPr>
            <p:cNvPr id="21" name="等腰三角形 20"/>
            <p:cNvSpPr/>
            <p:nvPr/>
          </p:nvSpPr>
          <p:spPr>
            <a:xfrm>
              <a:off x="5747039" y="571500"/>
              <a:ext cx="697923" cy="1281113"/>
            </a:xfrm>
            <a:prstGeom prst="triangl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  <p:sp>
          <p:nvSpPr>
            <p:cNvPr id="22" name="等腰三角形 21"/>
            <p:cNvSpPr/>
            <p:nvPr/>
          </p:nvSpPr>
          <p:spPr>
            <a:xfrm flipV="1">
              <a:off x="5747039" y="5005387"/>
              <a:ext cx="697923" cy="1281113"/>
            </a:xfrm>
            <a:prstGeom prst="triangl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</p:grpSp>
      <p:sp>
        <p:nvSpPr>
          <p:cNvPr id="23" name="橢圓 22"/>
          <p:cNvSpPr/>
          <p:nvPr/>
        </p:nvSpPr>
        <p:spPr>
          <a:xfrm>
            <a:off x="3970119" y="1992094"/>
            <a:ext cx="2873813" cy="2873813"/>
          </a:xfrm>
          <a:prstGeom prst="ellipse">
            <a:avLst/>
          </a:prstGeom>
          <a:solidFill>
            <a:srgbClr val="0000AA">
              <a:alpha val="50000"/>
            </a:srgb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97"/>
          </a:p>
        </p:txBody>
      </p:sp>
      <p:sp>
        <p:nvSpPr>
          <p:cNvPr id="24" name="橢圓 23"/>
          <p:cNvSpPr/>
          <p:nvPr/>
        </p:nvSpPr>
        <p:spPr>
          <a:xfrm>
            <a:off x="4129775" y="2151750"/>
            <a:ext cx="2554500" cy="2554500"/>
          </a:xfrm>
          <a:prstGeom prst="ellipse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97"/>
          </a:p>
        </p:txBody>
      </p:sp>
    </p:spTree>
    <p:extLst>
      <p:ext uri="{BB962C8B-B14F-4D97-AF65-F5344CB8AC3E}">
        <p14:creationId xmlns:p14="http://schemas.microsoft.com/office/powerpoint/2010/main" val="10831142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0"/>
            <a:ext cx="10814050" cy="6858000"/>
          </a:xfrm>
          <a:prstGeom prst="rect">
            <a:avLst/>
          </a:prstGeom>
          <a:solidFill>
            <a:srgbClr val="0000A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97"/>
          </a:p>
        </p:txBody>
      </p:sp>
      <p:grpSp>
        <p:nvGrpSpPr>
          <p:cNvPr id="3" name="群組 2"/>
          <p:cNvGrpSpPr/>
          <p:nvPr/>
        </p:nvGrpSpPr>
        <p:grpSpPr>
          <a:xfrm>
            <a:off x="2872482" y="894458"/>
            <a:ext cx="5069086" cy="5069085"/>
            <a:chOff x="3238500" y="571501"/>
            <a:chExt cx="5715000" cy="5714999"/>
          </a:xfrm>
        </p:grpSpPr>
        <p:sp>
          <p:nvSpPr>
            <p:cNvPr id="25" name="手繪多邊形 24"/>
            <p:cNvSpPr/>
            <p:nvPr/>
          </p:nvSpPr>
          <p:spPr>
            <a:xfrm>
              <a:off x="3238500" y="571501"/>
              <a:ext cx="5715000" cy="5714999"/>
            </a:xfrm>
            <a:custGeom>
              <a:avLst/>
              <a:gdLst>
                <a:gd name="connsiteX0" fmla="*/ 2509980 w 5715000"/>
                <a:gd name="connsiteY0" fmla="*/ 4439178 h 5714999"/>
                <a:gd name="connsiteX1" fmla="*/ 2531014 w 5715000"/>
                <a:gd name="connsiteY1" fmla="*/ 4444587 h 5714999"/>
                <a:gd name="connsiteX2" fmla="*/ 2857500 w 5715000"/>
                <a:gd name="connsiteY2" fmla="*/ 4477499 h 5714999"/>
                <a:gd name="connsiteX3" fmla="*/ 3183987 w 5715000"/>
                <a:gd name="connsiteY3" fmla="*/ 4444587 h 5714999"/>
                <a:gd name="connsiteX4" fmla="*/ 3205020 w 5715000"/>
                <a:gd name="connsiteY4" fmla="*/ 4439178 h 5714999"/>
                <a:gd name="connsiteX5" fmla="*/ 2857500 w 5715000"/>
                <a:gd name="connsiteY5" fmla="*/ 5714999 h 5714999"/>
                <a:gd name="connsiteX6" fmla="*/ 3948943 w 5715000"/>
                <a:gd name="connsiteY6" fmla="*/ 4052155 h 5714999"/>
                <a:gd name="connsiteX7" fmla="*/ 4286250 w 5715000"/>
                <a:gd name="connsiteY7" fmla="*/ 5332167 h 5714999"/>
                <a:gd name="connsiteX8" fmla="*/ 3347861 w 5715000"/>
                <a:gd name="connsiteY8" fmla="*/ 4401512 h 5714999"/>
                <a:gd name="connsiteX9" fmla="*/ 3488077 w 5715000"/>
                <a:gd name="connsiteY9" fmla="*/ 4350192 h 5714999"/>
                <a:gd name="connsiteX10" fmla="*/ 3887970 w 5715000"/>
                <a:gd name="connsiteY10" fmla="*/ 4107570 h 5714999"/>
                <a:gd name="connsiteX11" fmla="*/ 1766057 w 5715000"/>
                <a:gd name="connsiteY11" fmla="*/ 4052154 h 5714999"/>
                <a:gd name="connsiteX12" fmla="*/ 1827030 w 5715000"/>
                <a:gd name="connsiteY12" fmla="*/ 4107570 h 5714999"/>
                <a:gd name="connsiteX13" fmla="*/ 2226923 w 5715000"/>
                <a:gd name="connsiteY13" fmla="*/ 4350192 h 5714999"/>
                <a:gd name="connsiteX14" fmla="*/ 2367139 w 5715000"/>
                <a:gd name="connsiteY14" fmla="*/ 4401511 h 5714999"/>
                <a:gd name="connsiteX15" fmla="*/ 1428749 w 5715000"/>
                <a:gd name="connsiteY15" fmla="*/ 5332167 h 5714999"/>
                <a:gd name="connsiteX16" fmla="*/ 4401512 w 5715000"/>
                <a:gd name="connsiteY16" fmla="*/ 3347860 h 5714999"/>
                <a:gd name="connsiteX17" fmla="*/ 5332166 w 5715000"/>
                <a:gd name="connsiteY17" fmla="*/ 4286249 h 5714999"/>
                <a:gd name="connsiteX18" fmla="*/ 4052155 w 5715000"/>
                <a:gd name="connsiteY18" fmla="*/ 3948942 h 5714999"/>
                <a:gd name="connsiteX19" fmla="*/ 4107571 w 5715000"/>
                <a:gd name="connsiteY19" fmla="*/ 3887970 h 5714999"/>
                <a:gd name="connsiteX20" fmla="*/ 4350193 w 5715000"/>
                <a:gd name="connsiteY20" fmla="*/ 3488076 h 5714999"/>
                <a:gd name="connsiteX21" fmla="*/ 1313488 w 5715000"/>
                <a:gd name="connsiteY21" fmla="*/ 3347859 h 5714999"/>
                <a:gd name="connsiteX22" fmla="*/ 1364808 w 5715000"/>
                <a:gd name="connsiteY22" fmla="*/ 3488076 h 5714999"/>
                <a:gd name="connsiteX23" fmla="*/ 1607430 w 5715000"/>
                <a:gd name="connsiteY23" fmla="*/ 3887970 h 5714999"/>
                <a:gd name="connsiteX24" fmla="*/ 1662845 w 5715000"/>
                <a:gd name="connsiteY24" fmla="*/ 3948941 h 5714999"/>
                <a:gd name="connsiteX25" fmla="*/ 382831 w 5715000"/>
                <a:gd name="connsiteY25" fmla="*/ 4286249 h 5714999"/>
                <a:gd name="connsiteX26" fmla="*/ 4439179 w 5715000"/>
                <a:gd name="connsiteY26" fmla="*/ 2509980 h 5714999"/>
                <a:gd name="connsiteX27" fmla="*/ 5715000 w 5715000"/>
                <a:gd name="connsiteY27" fmla="*/ 2857500 h 5714999"/>
                <a:gd name="connsiteX28" fmla="*/ 4439179 w 5715000"/>
                <a:gd name="connsiteY28" fmla="*/ 3205020 h 5714999"/>
                <a:gd name="connsiteX29" fmla="*/ 4444588 w 5715000"/>
                <a:gd name="connsiteY29" fmla="*/ 3183986 h 5714999"/>
                <a:gd name="connsiteX30" fmla="*/ 4477500 w 5715000"/>
                <a:gd name="connsiteY30" fmla="*/ 2857499 h 5714999"/>
                <a:gd name="connsiteX31" fmla="*/ 4444588 w 5715000"/>
                <a:gd name="connsiteY31" fmla="*/ 2531013 h 5714999"/>
                <a:gd name="connsiteX32" fmla="*/ 1275821 w 5715000"/>
                <a:gd name="connsiteY32" fmla="*/ 2509980 h 5714999"/>
                <a:gd name="connsiteX33" fmla="*/ 1270413 w 5715000"/>
                <a:gd name="connsiteY33" fmla="*/ 2531013 h 5714999"/>
                <a:gd name="connsiteX34" fmla="*/ 1237500 w 5715000"/>
                <a:gd name="connsiteY34" fmla="*/ 2857499 h 5714999"/>
                <a:gd name="connsiteX35" fmla="*/ 1270413 w 5715000"/>
                <a:gd name="connsiteY35" fmla="*/ 3183986 h 5714999"/>
                <a:gd name="connsiteX36" fmla="*/ 1275821 w 5715000"/>
                <a:gd name="connsiteY36" fmla="*/ 3205020 h 5714999"/>
                <a:gd name="connsiteX37" fmla="*/ 0 w 5715000"/>
                <a:gd name="connsiteY37" fmla="*/ 2857500 h 5714999"/>
                <a:gd name="connsiteX38" fmla="*/ 5332166 w 5715000"/>
                <a:gd name="connsiteY38" fmla="*/ 1428750 h 5714999"/>
                <a:gd name="connsiteX39" fmla="*/ 4401512 w 5715000"/>
                <a:gd name="connsiteY39" fmla="*/ 2367137 h 5714999"/>
                <a:gd name="connsiteX40" fmla="*/ 4350193 w 5715000"/>
                <a:gd name="connsiteY40" fmla="*/ 2226922 h 5714999"/>
                <a:gd name="connsiteX41" fmla="*/ 4107571 w 5715000"/>
                <a:gd name="connsiteY41" fmla="*/ 1827029 h 5714999"/>
                <a:gd name="connsiteX42" fmla="*/ 4052155 w 5715000"/>
                <a:gd name="connsiteY42" fmla="*/ 1766056 h 5714999"/>
                <a:gd name="connsiteX43" fmla="*/ 382832 w 5715000"/>
                <a:gd name="connsiteY43" fmla="*/ 1428750 h 5714999"/>
                <a:gd name="connsiteX44" fmla="*/ 1662845 w 5715000"/>
                <a:gd name="connsiteY44" fmla="*/ 1766057 h 5714999"/>
                <a:gd name="connsiteX45" fmla="*/ 1607430 w 5715000"/>
                <a:gd name="connsiteY45" fmla="*/ 1827029 h 5714999"/>
                <a:gd name="connsiteX46" fmla="*/ 1364808 w 5715000"/>
                <a:gd name="connsiteY46" fmla="*/ 2226922 h 5714999"/>
                <a:gd name="connsiteX47" fmla="*/ 1313488 w 5715000"/>
                <a:gd name="connsiteY47" fmla="*/ 2367139 h 5714999"/>
                <a:gd name="connsiteX48" fmla="*/ 4286250 w 5715000"/>
                <a:gd name="connsiteY48" fmla="*/ 382832 h 5714999"/>
                <a:gd name="connsiteX49" fmla="*/ 3948943 w 5715000"/>
                <a:gd name="connsiteY49" fmla="*/ 1662844 h 5714999"/>
                <a:gd name="connsiteX50" fmla="*/ 3887970 w 5715000"/>
                <a:gd name="connsiteY50" fmla="*/ 1607429 h 5714999"/>
                <a:gd name="connsiteX51" fmla="*/ 3488077 w 5715000"/>
                <a:gd name="connsiteY51" fmla="*/ 1364807 h 5714999"/>
                <a:gd name="connsiteX52" fmla="*/ 3347861 w 5715000"/>
                <a:gd name="connsiteY52" fmla="*/ 1313487 h 5714999"/>
                <a:gd name="connsiteX53" fmla="*/ 1428749 w 5715000"/>
                <a:gd name="connsiteY53" fmla="*/ 382832 h 5714999"/>
                <a:gd name="connsiteX54" fmla="*/ 2367139 w 5715000"/>
                <a:gd name="connsiteY54" fmla="*/ 1313487 h 5714999"/>
                <a:gd name="connsiteX55" fmla="*/ 2226923 w 5715000"/>
                <a:gd name="connsiteY55" fmla="*/ 1364807 h 5714999"/>
                <a:gd name="connsiteX56" fmla="*/ 1827030 w 5715000"/>
                <a:gd name="connsiteY56" fmla="*/ 1607429 h 5714999"/>
                <a:gd name="connsiteX57" fmla="*/ 1766057 w 5715000"/>
                <a:gd name="connsiteY57" fmla="*/ 1662845 h 5714999"/>
                <a:gd name="connsiteX58" fmla="*/ 2857500 w 5715000"/>
                <a:gd name="connsiteY58" fmla="*/ 0 h 5714999"/>
                <a:gd name="connsiteX59" fmla="*/ 3205019 w 5715000"/>
                <a:gd name="connsiteY59" fmla="*/ 1275820 h 5714999"/>
                <a:gd name="connsiteX60" fmla="*/ 3183987 w 5715000"/>
                <a:gd name="connsiteY60" fmla="*/ 1270412 h 5714999"/>
                <a:gd name="connsiteX61" fmla="*/ 2857500 w 5715000"/>
                <a:gd name="connsiteY61" fmla="*/ 1237499 h 5714999"/>
                <a:gd name="connsiteX62" fmla="*/ 2531014 w 5715000"/>
                <a:gd name="connsiteY62" fmla="*/ 1270412 h 5714999"/>
                <a:gd name="connsiteX63" fmla="*/ 2509980 w 5715000"/>
                <a:gd name="connsiteY63" fmla="*/ 1275820 h 5714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5715000" h="5714999">
                  <a:moveTo>
                    <a:pt x="2509980" y="4439178"/>
                  </a:moveTo>
                  <a:lnTo>
                    <a:pt x="2531014" y="4444587"/>
                  </a:lnTo>
                  <a:cubicBezTo>
                    <a:pt x="2636472" y="4466166"/>
                    <a:pt x="2745663" y="4477499"/>
                    <a:pt x="2857500" y="4477499"/>
                  </a:cubicBezTo>
                  <a:cubicBezTo>
                    <a:pt x="2969338" y="4477499"/>
                    <a:pt x="3078529" y="4466166"/>
                    <a:pt x="3183987" y="4444587"/>
                  </a:cubicBezTo>
                  <a:lnTo>
                    <a:pt x="3205020" y="4439178"/>
                  </a:lnTo>
                  <a:lnTo>
                    <a:pt x="2857500" y="5714999"/>
                  </a:lnTo>
                  <a:close/>
                  <a:moveTo>
                    <a:pt x="3948943" y="4052155"/>
                  </a:moveTo>
                  <a:lnTo>
                    <a:pt x="4286250" y="5332167"/>
                  </a:lnTo>
                  <a:lnTo>
                    <a:pt x="3347861" y="4401512"/>
                  </a:lnTo>
                  <a:lnTo>
                    <a:pt x="3488077" y="4350192"/>
                  </a:lnTo>
                  <a:cubicBezTo>
                    <a:pt x="3633438" y="4288709"/>
                    <a:pt x="3767957" y="4206614"/>
                    <a:pt x="3887970" y="4107570"/>
                  </a:cubicBezTo>
                  <a:close/>
                  <a:moveTo>
                    <a:pt x="1766057" y="4052154"/>
                  </a:moveTo>
                  <a:lnTo>
                    <a:pt x="1827030" y="4107570"/>
                  </a:lnTo>
                  <a:cubicBezTo>
                    <a:pt x="1947044" y="4206614"/>
                    <a:pt x="2081563" y="4288709"/>
                    <a:pt x="2226923" y="4350192"/>
                  </a:cubicBezTo>
                  <a:lnTo>
                    <a:pt x="2367139" y="4401511"/>
                  </a:lnTo>
                  <a:lnTo>
                    <a:pt x="1428749" y="5332167"/>
                  </a:lnTo>
                  <a:close/>
                  <a:moveTo>
                    <a:pt x="4401512" y="3347860"/>
                  </a:moveTo>
                  <a:lnTo>
                    <a:pt x="5332166" y="4286249"/>
                  </a:lnTo>
                  <a:lnTo>
                    <a:pt x="4052155" y="3948942"/>
                  </a:lnTo>
                  <a:lnTo>
                    <a:pt x="4107571" y="3887970"/>
                  </a:lnTo>
                  <a:cubicBezTo>
                    <a:pt x="4206615" y="3767956"/>
                    <a:pt x="4288710" y="3633437"/>
                    <a:pt x="4350193" y="3488076"/>
                  </a:cubicBezTo>
                  <a:close/>
                  <a:moveTo>
                    <a:pt x="1313488" y="3347859"/>
                  </a:moveTo>
                  <a:lnTo>
                    <a:pt x="1364808" y="3488076"/>
                  </a:lnTo>
                  <a:cubicBezTo>
                    <a:pt x="1426290" y="3633437"/>
                    <a:pt x="1508386" y="3767956"/>
                    <a:pt x="1607430" y="3887970"/>
                  </a:cubicBezTo>
                  <a:lnTo>
                    <a:pt x="1662845" y="3948941"/>
                  </a:lnTo>
                  <a:lnTo>
                    <a:pt x="382831" y="4286249"/>
                  </a:lnTo>
                  <a:close/>
                  <a:moveTo>
                    <a:pt x="4439179" y="2509980"/>
                  </a:moveTo>
                  <a:lnTo>
                    <a:pt x="5715000" y="2857500"/>
                  </a:lnTo>
                  <a:lnTo>
                    <a:pt x="4439179" y="3205020"/>
                  </a:lnTo>
                  <a:lnTo>
                    <a:pt x="4444588" y="3183986"/>
                  </a:lnTo>
                  <a:cubicBezTo>
                    <a:pt x="4466167" y="3078527"/>
                    <a:pt x="4477500" y="2969337"/>
                    <a:pt x="4477500" y="2857499"/>
                  </a:cubicBezTo>
                  <a:cubicBezTo>
                    <a:pt x="4477500" y="2745662"/>
                    <a:pt x="4466167" y="2636471"/>
                    <a:pt x="4444588" y="2531013"/>
                  </a:cubicBezTo>
                  <a:close/>
                  <a:moveTo>
                    <a:pt x="1275821" y="2509980"/>
                  </a:moveTo>
                  <a:lnTo>
                    <a:pt x="1270413" y="2531013"/>
                  </a:lnTo>
                  <a:cubicBezTo>
                    <a:pt x="1248833" y="2636471"/>
                    <a:pt x="1237500" y="2745662"/>
                    <a:pt x="1237500" y="2857499"/>
                  </a:cubicBezTo>
                  <a:cubicBezTo>
                    <a:pt x="1237500" y="2969337"/>
                    <a:pt x="1248833" y="3078527"/>
                    <a:pt x="1270413" y="3183986"/>
                  </a:cubicBezTo>
                  <a:lnTo>
                    <a:pt x="1275821" y="3205020"/>
                  </a:lnTo>
                  <a:lnTo>
                    <a:pt x="0" y="2857500"/>
                  </a:lnTo>
                  <a:close/>
                  <a:moveTo>
                    <a:pt x="5332166" y="1428750"/>
                  </a:moveTo>
                  <a:lnTo>
                    <a:pt x="4401512" y="2367137"/>
                  </a:lnTo>
                  <a:lnTo>
                    <a:pt x="4350193" y="2226922"/>
                  </a:lnTo>
                  <a:cubicBezTo>
                    <a:pt x="4288710" y="2081562"/>
                    <a:pt x="4206615" y="1947042"/>
                    <a:pt x="4107571" y="1827029"/>
                  </a:cubicBezTo>
                  <a:lnTo>
                    <a:pt x="4052155" y="1766056"/>
                  </a:lnTo>
                  <a:close/>
                  <a:moveTo>
                    <a:pt x="382832" y="1428750"/>
                  </a:moveTo>
                  <a:lnTo>
                    <a:pt x="1662845" y="1766057"/>
                  </a:lnTo>
                  <a:lnTo>
                    <a:pt x="1607430" y="1827029"/>
                  </a:lnTo>
                  <a:cubicBezTo>
                    <a:pt x="1508386" y="1947042"/>
                    <a:pt x="1426290" y="2081562"/>
                    <a:pt x="1364808" y="2226922"/>
                  </a:cubicBezTo>
                  <a:lnTo>
                    <a:pt x="1313488" y="2367139"/>
                  </a:lnTo>
                  <a:close/>
                  <a:moveTo>
                    <a:pt x="4286250" y="382832"/>
                  </a:moveTo>
                  <a:lnTo>
                    <a:pt x="3948943" y="1662844"/>
                  </a:lnTo>
                  <a:lnTo>
                    <a:pt x="3887970" y="1607429"/>
                  </a:lnTo>
                  <a:cubicBezTo>
                    <a:pt x="3767957" y="1508385"/>
                    <a:pt x="3633438" y="1426289"/>
                    <a:pt x="3488077" y="1364807"/>
                  </a:cubicBezTo>
                  <a:lnTo>
                    <a:pt x="3347861" y="1313487"/>
                  </a:lnTo>
                  <a:close/>
                  <a:moveTo>
                    <a:pt x="1428749" y="382832"/>
                  </a:moveTo>
                  <a:lnTo>
                    <a:pt x="2367139" y="1313487"/>
                  </a:lnTo>
                  <a:lnTo>
                    <a:pt x="2226923" y="1364807"/>
                  </a:lnTo>
                  <a:cubicBezTo>
                    <a:pt x="2081563" y="1426289"/>
                    <a:pt x="1947044" y="1508385"/>
                    <a:pt x="1827030" y="1607429"/>
                  </a:cubicBezTo>
                  <a:lnTo>
                    <a:pt x="1766057" y="1662845"/>
                  </a:lnTo>
                  <a:close/>
                  <a:moveTo>
                    <a:pt x="2857500" y="0"/>
                  </a:moveTo>
                  <a:lnTo>
                    <a:pt x="3205019" y="1275820"/>
                  </a:lnTo>
                  <a:lnTo>
                    <a:pt x="3183987" y="1270412"/>
                  </a:lnTo>
                  <a:cubicBezTo>
                    <a:pt x="3078529" y="1248832"/>
                    <a:pt x="2969338" y="1237499"/>
                    <a:pt x="2857500" y="1237499"/>
                  </a:cubicBezTo>
                  <a:cubicBezTo>
                    <a:pt x="2745663" y="1237499"/>
                    <a:pt x="2636472" y="1248832"/>
                    <a:pt x="2531014" y="1270412"/>
                  </a:cubicBezTo>
                  <a:lnTo>
                    <a:pt x="2509980" y="1275820"/>
                  </a:lnTo>
                  <a:close/>
                </a:path>
              </a:pathLst>
            </a:cu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  <p:sp>
          <p:nvSpPr>
            <p:cNvPr id="26" name="橢圓 25"/>
            <p:cNvSpPr/>
            <p:nvPr/>
          </p:nvSpPr>
          <p:spPr>
            <a:xfrm>
              <a:off x="4656000" y="1989000"/>
              <a:ext cx="2880000" cy="288000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</p:grpSp>
    </p:spTree>
    <p:extLst>
      <p:ext uri="{BB962C8B-B14F-4D97-AF65-F5344CB8AC3E}">
        <p14:creationId xmlns:p14="http://schemas.microsoft.com/office/powerpoint/2010/main" val="1351566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橢圓 7"/>
          <p:cNvSpPr/>
          <p:nvPr/>
        </p:nvSpPr>
        <p:spPr>
          <a:xfrm>
            <a:off x="2872482" y="894457"/>
            <a:ext cx="5069086" cy="5069086"/>
          </a:xfrm>
          <a:prstGeom prst="ellipse">
            <a:avLst/>
          </a:prstGeom>
          <a:solidFill>
            <a:srgbClr val="0000AA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97"/>
          </a:p>
        </p:txBody>
      </p:sp>
      <p:grpSp>
        <p:nvGrpSpPr>
          <p:cNvPr id="5" name="群組 4"/>
          <p:cNvGrpSpPr/>
          <p:nvPr/>
        </p:nvGrpSpPr>
        <p:grpSpPr>
          <a:xfrm>
            <a:off x="3739532" y="1761507"/>
            <a:ext cx="3334987" cy="3334987"/>
            <a:chOff x="3238500" y="571501"/>
            <a:chExt cx="5715000" cy="5714999"/>
          </a:xfrm>
        </p:grpSpPr>
        <p:sp>
          <p:nvSpPr>
            <p:cNvPr id="6" name="手繪多邊形 5"/>
            <p:cNvSpPr/>
            <p:nvPr/>
          </p:nvSpPr>
          <p:spPr>
            <a:xfrm>
              <a:off x="3238500" y="571501"/>
              <a:ext cx="5715000" cy="5714999"/>
            </a:xfrm>
            <a:custGeom>
              <a:avLst/>
              <a:gdLst>
                <a:gd name="connsiteX0" fmla="*/ 2509980 w 5715000"/>
                <a:gd name="connsiteY0" fmla="*/ 4439178 h 5714999"/>
                <a:gd name="connsiteX1" fmla="*/ 2531014 w 5715000"/>
                <a:gd name="connsiteY1" fmla="*/ 4444587 h 5714999"/>
                <a:gd name="connsiteX2" fmla="*/ 2857500 w 5715000"/>
                <a:gd name="connsiteY2" fmla="*/ 4477499 h 5714999"/>
                <a:gd name="connsiteX3" fmla="*/ 3183987 w 5715000"/>
                <a:gd name="connsiteY3" fmla="*/ 4444587 h 5714999"/>
                <a:gd name="connsiteX4" fmla="*/ 3205020 w 5715000"/>
                <a:gd name="connsiteY4" fmla="*/ 4439178 h 5714999"/>
                <a:gd name="connsiteX5" fmla="*/ 2857500 w 5715000"/>
                <a:gd name="connsiteY5" fmla="*/ 5714999 h 5714999"/>
                <a:gd name="connsiteX6" fmla="*/ 3948943 w 5715000"/>
                <a:gd name="connsiteY6" fmla="*/ 4052155 h 5714999"/>
                <a:gd name="connsiteX7" fmla="*/ 4286250 w 5715000"/>
                <a:gd name="connsiteY7" fmla="*/ 5332167 h 5714999"/>
                <a:gd name="connsiteX8" fmla="*/ 3347861 w 5715000"/>
                <a:gd name="connsiteY8" fmla="*/ 4401512 h 5714999"/>
                <a:gd name="connsiteX9" fmla="*/ 3488077 w 5715000"/>
                <a:gd name="connsiteY9" fmla="*/ 4350192 h 5714999"/>
                <a:gd name="connsiteX10" fmla="*/ 3887970 w 5715000"/>
                <a:gd name="connsiteY10" fmla="*/ 4107570 h 5714999"/>
                <a:gd name="connsiteX11" fmla="*/ 1766057 w 5715000"/>
                <a:gd name="connsiteY11" fmla="*/ 4052154 h 5714999"/>
                <a:gd name="connsiteX12" fmla="*/ 1827030 w 5715000"/>
                <a:gd name="connsiteY12" fmla="*/ 4107570 h 5714999"/>
                <a:gd name="connsiteX13" fmla="*/ 2226923 w 5715000"/>
                <a:gd name="connsiteY13" fmla="*/ 4350192 h 5714999"/>
                <a:gd name="connsiteX14" fmla="*/ 2367139 w 5715000"/>
                <a:gd name="connsiteY14" fmla="*/ 4401511 h 5714999"/>
                <a:gd name="connsiteX15" fmla="*/ 1428749 w 5715000"/>
                <a:gd name="connsiteY15" fmla="*/ 5332167 h 5714999"/>
                <a:gd name="connsiteX16" fmla="*/ 4401512 w 5715000"/>
                <a:gd name="connsiteY16" fmla="*/ 3347860 h 5714999"/>
                <a:gd name="connsiteX17" fmla="*/ 5332166 w 5715000"/>
                <a:gd name="connsiteY17" fmla="*/ 4286249 h 5714999"/>
                <a:gd name="connsiteX18" fmla="*/ 4052155 w 5715000"/>
                <a:gd name="connsiteY18" fmla="*/ 3948942 h 5714999"/>
                <a:gd name="connsiteX19" fmla="*/ 4107571 w 5715000"/>
                <a:gd name="connsiteY19" fmla="*/ 3887970 h 5714999"/>
                <a:gd name="connsiteX20" fmla="*/ 4350193 w 5715000"/>
                <a:gd name="connsiteY20" fmla="*/ 3488076 h 5714999"/>
                <a:gd name="connsiteX21" fmla="*/ 1313488 w 5715000"/>
                <a:gd name="connsiteY21" fmla="*/ 3347859 h 5714999"/>
                <a:gd name="connsiteX22" fmla="*/ 1364808 w 5715000"/>
                <a:gd name="connsiteY22" fmla="*/ 3488076 h 5714999"/>
                <a:gd name="connsiteX23" fmla="*/ 1607430 w 5715000"/>
                <a:gd name="connsiteY23" fmla="*/ 3887970 h 5714999"/>
                <a:gd name="connsiteX24" fmla="*/ 1662845 w 5715000"/>
                <a:gd name="connsiteY24" fmla="*/ 3948941 h 5714999"/>
                <a:gd name="connsiteX25" fmla="*/ 382831 w 5715000"/>
                <a:gd name="connsiteY25" fmla="*/ 4286249 h 5714999"/>
                <a:gd name="connsiteX26" fmla="*/ 4439179 w 5715000"/>
                <a:gd name="connsiteY26" fmla="*/ 2509980 h 5714999"/>
                <a:gd name="connsiteX27" fmla="*/ 5715000 w 5715000"/>
                <a:gd name="connsiteY27" fmla="*/ 2857500 h 5714999"/>
                <a:gd name="connsiteX28" fmla="*/ 4439179 w 5715000"/>
                <a:gd name="connsiteY28" fmla="*/ 3205020 h 5714999"/>
                <a:gd name="connsiteX29" fmla="*/ 4444588 w 5715000"/>
                <a:gd name="connsiteY29" fmla="*/ 3183986 h 5714999"/>
                <a:gd name="connsiteX30" fmla="*/ 4477500 w 5715000"/>
                <a:gd name="connsiteY30" fmla="*/ 2857499 h 5714999"/>
                <a:gd name="connsiteX31" fmla="*/ 4444588 w 5715000"/>
                <a:gd name="connsiteY31" fmla="*/ 2531013 h 5714999"/>
                <a:gd name="connsiteX32" fmla="*/ 1275821 w 5715000"/>
                <a:gd name="connsiteY32" fmla="*/ 2509980 h 5714999"/>
                <a:gd name="connsiteX33" fmla="*/ 1270413 w 5715000"/>
                <a:gd name="connsiteY33" fmla="*/ 2531013 h 5714999"/>
                <a:gd name="connsiteX34" fmla="*/ 1237500 w 5715000"/>
                <a:gd name="connsiteY34" fmla="*/ 2857499 h 5714999"/>
                <a:gd name="connsiteX35" fmla="*/ 1270413 w 5715000"/>
                <a:gd name="connsiteY35" fmla="*/ 3183986 h 5714999"/>
                <a:gd name="connsiteX36" fmla="*/ 1275821 w 5715000"/>
                <a:gd name="connsiteY36" fmla="*/ 3205020 h 5714999"/>
                <a:gd name="connsiteX37" fmla="*/ 0 w 5715000"/>
                <a:gd name="connsiteY37" fmla="*/ 2857500 h 5714999"/>
                <a:gd name="connsiteX38" fmla="*/ 5332166 w 5715000"/>
                <a:gd name="connsiteY38" fmla="*/ 1428750 h 5714999"/>
                <a:gd name="connsiteX39" fmla="*/ 4401512 w 5715000"/>
                <a:gd name="connsiteY39" fmla="*/ 2367137 h 5714999"/>
                <a:gd name="connsiteX40" fmla="*/ 4350193 w 5715000"/>
                <a:gd name="connsiteY40" fmla="*/ 2226922 h 5714999"/>
                <a:gd name="connsiteX41" fmla="*/ 4107571 w 5715000"/>
                <a:gd name="connsiteY41" fmla="*/ 1827029 h 5714999"/>
                <a:gd name="connsiteX42" fmla="*/ 4052155 w 5715000"/>
                <a:gd name="connsiteY42" fmla="*/ 1766056 h 5714999"/>
                <a:gd name="connsiteX43" fmla="*/ 382832 w 5715000"/>
                <a:gd name="connsiteY43" fmla="*/ 1428750 h 5714999"/>
                <a:gd name="connsiteX44" fmla="*/ 1662845 w 5715000"/>
                <a:gd name="connsiteY44" fmla="*/ 1766057 h 5714999"/>
                <a:gd name="connsiteX45" fmla="*/ 1607430 w 5715000"/>
                <a:gd name="connsiteY45" fmla="*/ 1827029 h 5714999"/>
                <a:gd name="connsiteX46" fmla="*/ 1364808 w 5715000"/>
                <a:gd name="connsiteY46" fmla="*/ 2226922 h 5714999"/>
                <a:gd name="connsiteX47" fmla="*/ 1313488 w 5715000"/>
                <a:gd name="connsiteY47" fmla="*/ 2367139 h 5714999"/>
                <a:gd name="connsiteX48" fmla="*/ 4286250 w 5715000"/>
                <a:gd name="connsiteY48" fmla="*/ 382832 h 5714999"/>
                <a:gd name="connsiteX49" fmla="*/ 3948943 w 5715000"/>
                <a:gd name="connsiteY49" fmla="*/ 1662844 h 5714999"/>
                <a:gd name="connsiteX50" fmla="*/ 3887970 w 5715000"/>
                <a:gd name="connsiteY50" fmla="*/ 1607429 h 5714999"/>
                <a:gd name="connsiteX51" fmla="*/ 3488077 w 5715000"/>
                <a:gd name="connsiteY51" fmla="*/ 1364807 h 5714999"/>
                <a:gd name="connsiteX52" fmla="*/ 3347861 w 5715000"/>
                <a:gd name="connsiteY52" fmla="*/ 1313487 h 5714999"/>
                <a:gd name="connsiteX53" fmla="*/ 1428749 w 5715000"/>
                <a:gd name="connsiteY53" fmla="*/ 382832 h 5714999"/>
                <a:gd name="connsiteX54" fmla="*/ 2367139 w 5715000"/>
                <a:gd name="connsiteY54" fmla="*/ 1313487 h 5714999"/>
                <a:gd name="connsiteX55" fmla="*/ 2226923 w 5715000"/>
                <a:gd name="connsiteY55" fmla="*/ 1364807 h 5714999"/>
                <a:gd name="connsiteX56" fmla="*/ 1827030 w 5715000"/>
                <a:gd name="connsiteY56" fmla="*/ 1607429 h 5714999"/>
                <a:gd name="connsiteX57" fmla="*/ 1766057 w 5715000"/>
                <a:gd name="connsiteY57" fmla="*/ 1662845 h 5714999"/>
                <a:gd name="connsiteX58" fmla="*/ 2857500 w 5715000"/>
                <a:gd name="connsiteY58" fmla="*/ 0 h 5714999"/>
                <a:gd name="connsiteX59" fmla="*/ 3205019 w 5715000"/>
                <a:gd name="connsiteY59" fmla="*/ 1275820 h 5714999"/>
                <a:gd name="connsiteX60" fmla="*/ 3183987 w 5715000"/>
                <a:gd name="connsiteY60" fmla="*/ 1270412 h 5714999"/>
                <a:gd name="connsiteX61" fmla="*/ 2857500 w 5715000"/>
                <a:gd name="connsiteY61" fmla="*/ 1237499 h 5714999"/>
                <a:gd name="connsiteX62" fmla="*/ 2531014 w 5715000"/>
                <a:gd name="connsiteY62" fmla="*/ 1270412 h 5714999"/>
                <a:gd name="connsiteX63" fmla="*/ 2509980 w 5715000"/>
                <a:gd name="connsiteY63" fmla="*/ 1275820 h 5714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5715000" h="5714999">
                  <a:moveTo>
                    <a:pt x="2509980" y="4439178"/>
                  </a:moveTo>
                  <a:lnTo>
                    <a:pt x="2531014" y="4444587"/>
                  </a:lnTo>
                  <a:cubicBezTo>
                    <a:pt x="2636472" y="4466166"/>
                    <a:pt x="2745663" y="4477499"/>
                    <a:pt x="2857500" y="4477499"/>
                  </a:cubicBezTo>
                  <a:cubicBezTo>
                    <a:pt x="2969338" y="4477499"/>
                    <a:pt x="3078529" y="4466166"/>
                    <a:pt x="3183987" y="4444587"/>
                  </a:cubicBezTo>
                  <a:lnTo>
                    <a:pt x="3205020" y="4439178"/>
                  </a:lnTo>
                  <a:lnTo>
                    <a:pt x="2857500" y="5714999"/>
                  </a:lnTo>
                  <a:close/>
                  <a:moveTo>
                    <a:pt x="3948943" y="4052155"/>
                  </a:moveTo>
                  <a:lnTo>
                    <a:pt x="4286250" y="5332167"/>
                  </a:lnTo>
                  <a:lnTo>
                    <a:pt x="3347861" y="4401512"/>
                  </a:lnTo>
                  <a:lnTo>
                    <a:pt x="3488077" y="4350192"/>
                  </a:lnTo>
                  <a:cubicBezTo>
                    <a:pt x="3633438" y="4288709"/>
                    <a:pt x="3767957" y="4206614"/>
                    <a:pt x="3887970" y="4107570"/>
                  </a:cubicBezTo>
                  <a:close/>
                  <a:moveTo>
                    <a:pt x="1766057" y="4052154"/>
                  </a:moveTo>
                  <a:lnTo>
                    <a:pt x="1827030" y="4107570"/>
                  </a:lnTo>
                  <a:cubicBezTo>
                    <a:pt x="1947044" y="4206614"/>
                    <a:pt x="2081563" y="4288709"/>
                    <a:pt x="2226923" y="4350192"/>
                  </a:cubicBezTo>
                  <a:lnTo>
                    <a:pt x="2367139" y="4401511"/>
                  </a:lnTo>
                  <a:lnTo>
                    <a:pt x="1428749" y="5332167"/>
                  </a:lnTo>
                  <a:close/>
                  <a:moveTo>
                    <a:pt x="4401512" y="3347860"/>
                  </a:moveTo>
                  <a:lnTo>
                    <a:pt x="5332166" y="4286249"/>
                  </a:lnTo>
                  <a:lnTo>
                    <a:pt x="4052155" y="3948942"/>
                  </a:lnTo>
                  <a:lnTo>
                    <a:pt x="4107571" y="3887970"/>
                  </a:lnTo>
                  <a:cubicBezTo>
                    <a:pt x="4206615" y="3767956"/>
                    <a:pt x="4288710" y="3633437"/>
                    <a:pt x="4350193" y="3488076"/>
                  </a:cubicBezTo>
                  <a:close/>
                  <a:moveTo>
                    <a:pt x="1313488" y="3347859"/>
                  </a:moveTo>
                  <a:lnTo>
                    <a:pt x="1364808" y="3488076"/>
                  </a:lnTo>
                  <a:cubicBezTo>
                    <a:pt x="1426290" y="3633437"/>
                    <a:pt x="1508386" y="3767956"/>
                    <a:pt x="1607430" y="3887970"/>
                  </a:cubicBezTo>
                  <a:lnTo>
                    <a:pt x="1662845" y="3948941"/>
                  </a:lnTo>
                  <a:lnTo>
                    <a:pt x="382831" y="4286249"/>
                  </a:lnTo>
                  <a:close/>
                  <a:moveTo>
                    <a:pt x="4439179" y="2509980"/>
                  </a:moveTo>
                  <a:lnTo>
                    <a:pt x="5715000" y="2857500"/>
                  </a:lnTo>
                  <a:lnTo>
                    <a:pt x="4439179" y="3205020"/>
                  </a:lnTo>
                  <a:lnTo>
                    <a:pt x="4444588" y="3183986"/>
                  </a:lnTo>
                  <a:cubicBezTo>
                    <a:pt x="4466167" y="3078527"/>
                    <a:pt x="4477500" y="2969337"/>
                    <a:pt x="4477500" y="2857499"/>
                  </a:cubicBezTo>
                  <a:cubicBezTo>
                    <a:pt x="4477500" y="2745662"/>
                    <a:pt x="4466167" y="2636471"/>
                    <a:pt x="4444588" y="2531013"/>
                  </a:cubicBezTo>
                  <a:close/>
                  <a:moveTo>
                    <a:pt x="1275821" y="2509980"/>
                  </a:moveTo>
                  <a:lnTo>
                    <a:pt x="1270413" y="2531013"/>
                  </a:lnTo>
                  <a:cubicBezTo>
                    <a:pt x="1248833" y="2636471"/>
                    <a:pt x="1237500" y="2745662"/>
                    <a:pt x="1237500" y="2857499"/>
                  </a:cubicBezTo>
                  <a:cubicBezTo>
                    <a:pt x="1237500" y="2969337"/>
                    <a:pt x="1248833" y="3078527"/>
                    <a:pt x="1270413" y="3183986"/>
                  </a:cubicBezTo>
                  <a:lnTo>
                    <a:pt x="1275821" y="3205020"/>
                  </a:lnTo>
                  <a:lnTo>
                    <a:pt x="0" y="2857500"/>
                  </a:lnTo>
                  <a:close/>
                  <a:moveTo>
                    <a:pt x="5332166" y="1428750"/>
                  </a:moveTo>
                  <a:lnTo>
                    <a:pt x="4401512" y="2367137"/>
                  </a:lnTo>
                  <a:lnTo>
                    <a:pt x="4350193" y="2226922"/>
                  </a:lnTo>
                  <a:cubicBezTo>
                    <a:pt x="4288710" y="2081562"/>
                    <a:pt x="4206615" y="1947042"/>
                    <a:pt x="4107571" y="1827029"/>
                  </a:cubicBezTo>
                  <a:lnTo>
                    <a:pt x="4052155" y="1766056"/>
                  </a:lnTo>
                  <a:close/>
                  <a:moveTo>
                    <a:pt x="382832" y="1428750"/>
                  </a:moveTo>
                  <a:lnTo>
                    <a:pt x="1662845" y="1766057"/>
                  </a:lnTo>
                  <a:lnTo>
                    <a:pt x="1607430" y="1827029"/>
                  </a:lnTo>
                  <a:cubicBezTo>
                    <a:pt x="1508386" y="1947042"/>
                    <a:pt x="1426290" y="2081562"/>
                    <a:pt x="1364808" y="2226922"/>
                  </a:cubicBezTo>
                  <a:lnTo>
                    <a:pt x="1313488" y="2367139"/>
                  </a:lnTo>
                  <a:close/>
                  <a:moveTo>
                    <a:pt x="4286250" y="382832"/>
                  </a:moveTo>
                  <a:lnTo>
                    <a:pt x="3948943" y="1662844"/>
                  </a:lnTo>
                  <a:lnTo>
                    <a:pt x="3887970" y="1607429"/>
                  </a:lnTo>
                  <a:cubicBezTo>
                    <a:pt x="3767957" y="1508385"/>
                    <a:pt x="3633438" y="1426289"/>
                    <a:pt x="3488077" y="1364807"/>
                  </a:cubicBezTo>
                  <a:lnTo>
                    <a:pt x="3347861" y="1313487"/>
                  </a:lnTo>
                  <a:close/>
                  <a:moveTo>
                    <a:pt x="1428749" y="382832"/>
                  </a:moveTo>
                  <a:lnTo>
                    <a:pt x="2367139" y="1313487"/>
                  </a:lnTo>
                  <a:lnTo>
                    <a:pt x="2226923" y="1364807"/>
                  </a:lnTo>
                  <a:cubicBezTo>
                    <a:pt x="2081563" y="1426289"/>
                    <a:pt x="1947044" y="1508385"/>
                    <a:pt x="1827030" y="1607429"/>
                  </a:cubicBezTo>
                  <a:lnTo>
                    <a:pt x="1766057" y="1662845"/>
                  </a:lnTo>
                  <a:close/>
                  <a:moveTo>
                    <a:pt x="2857500" y="0"/>
                  </a:moveTo>
                  <a:lnTo>
                    <a:pt x="3205019" y="1275820"/>
                  </a:lnTo>
                  <a:lnTo>
                    <a:pt x="3183987" y="1270412"/>
                  </a:lnTo>
                  <a:cubicBezTo>
                    <a:pt x="3078529" y="1248832"/>
                    <a:pt x="2969338" y="1237499"/>
                    <a:pt x="2857500" y="1237499"/>
                  </a:cubicBezTo>
                  <a:cubicBezTo>
                    <a:pt x="2745663" y="1237499"/>
                    <a:pt x="2636472" y="1248832"/>
                    <a:pt x="2531014" y="1270412"/>
                  </a:cubicBezTo>
                  <a:lnTo>
                    <a:pt x="2509980" y="1275820"/>
                  </a:lnTo>
                  <a:close/>
                </a:path>
              </a:pathLst>
            </a:cu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  <p:sp>
          <p:nvSpPr>
            <p:cNvPr id="7" name="橢圓 6"/>
            <p:cNvSpPr/>
            <p:nvPr/>
          </p:nvSpPr>
          <p:spPr>
            <a:xfrm>
              <a:off x="4656000" y="1989000"/>
              <a:ext cx="2880000" cy="288000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597"/>
            </a:p>
          </p:txBody>
        </p:sp>
      </p:grpSp>
    </p:spTree>
    <p:extLst>
      <p:ext uri="{BB962C8B-B14F-4D97-AF65-F5344CB8AC3E}">
        <p14:creationId xmlns:p14="http://schemas.microsoft.com/office/powerpoint/2010/main" val="16686415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35</TotalTime>
  <Words>144</Words>
  <Application>Microsoft Office PowerPoint</Application>
  <PresentationFormat>自訂</PresentationFormat>
  <Paragraphs>53</Paragraphs>
  <Slides>14</Slides>
  <Notes>10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21" baseType="lpstr">
      <vt:lpstr>DFKai-SB</vt:lpstr>
      <vt:lpstr>新細明體</vt:lpstr>
      <vt:lpstr>宋体</vt:lpstr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SCP Foundation Equestria Branch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Picsell Dois</dc:creator>
  <cp:lastModifiedBy>Picsell Dois</cp:lastModifiedBy>
  <cp:revision>32</cp:revision>
  <dcterms:created xsi:type="dcterms:W3CDTF">2025-07-18T13:14:19Z</dcterms:created>
  <dcterms:modified xsi:type="dcterms:W3CDTF">2026-01-31T18:13:55Z</dcterms:modified>
</cp:coreProperties>
</file>