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27144663" cy="24876125"/>
  <p:notesSz cx="6858000" cy="9144000"/>
  <p:defaultTextStyle>
    <a:defPPr>
      <a:defRPr lang="zh-CN"/>
    </a:defPPr>
    <a:lvl1pPr marL="0" algn="l" defTabSz="2496210" rtl="0" eaLnBrk="1" latinLnBrk="0" hangingPunct="1">
      <a:defRPr sz="4910" kern="1200">
        <a:solidFill>
          <a:schemeClr val="tx1"/>
        </a:solidFill>
        <a:latin typeface="+mn-lt"/>
        <a:ea typeface="+mn-ea"/>
        <a:cs typeface="+mn-cs"/>
      </a:defRPr>
    </a:lvl1pPr>
    <a:lvl2pPr marL="1248110" algn="l" defTabSz="2496210" rtl="0" eaLnBrk="1" latinLnBrk="0" hangingPunct="1">
      <a:defRPr sz="4910" kern="1200">
        <a:solidFill>
          <a:schemeClr val="tx1"/>
        </a:solidFill>
        <a:latin typeface="+mn-lt"/>
        <a:ea typeface="+mn-ea"/>
        <a:cs typeface="+mn-cs"/>
      </a:defRPr>
    </a:lvl2pPr>
    <a:lvl3pPr marL="2496210" algn="l" defTabSz="2496210" rtl="0" eaLnBrk="1" latinLnBrk="0" hangingPunct="1">
      <a:defRPr sz="4910" kern="1200">
        <a:solidFill>
          <a:schemeClr val="tx1"/>
        </a:solidFill>
        <a:latin typeface="+mn-lt"/>
        <a:ea typeface="+mn-ea"/>
        <a:cs typeface="+mn-cs"/>
      </a:defRPr>
    </a:lvl3pPr>
    <a:lvl4pPr marL="3744320" algn="l" defTabSz="2496210" rtl="0" eaLnBrk="1" latinLnBrk="0" hangingPunct="1">
      <a:defRPr sz="4910" kern="1200">
        <a:solidFill>
          <a:schemeClr val="tx1"/>
        </a:solidFill>
        <a:latin typeface="+mn-lt"/>
        <a:ea typeface="+mn-ea"/>
        <a:cs typeface="+mn-cs"/>
      </a:defRPr>
    </a:lvl4pPr>
    <a:lvl5pPr marL="4992420" algn="l" defTabSz="2496210" rtl="0" eaLnBrk="1" latinLnBrk="0" hangingPunct="1">
      <a:defRPr sz="4910" kern="1200">
        <a:solidFill>
          <a:schemeClr val="tx1"/>
        </a:solidFill>
        <a:latin typeface="+mn-lt"/>
        <a:ea typeface="+mn-ea"/>
        <a:cs typeface="+mn-cs"/>
      </a:defRPr>
    </a:lvl5pPr>
    <a:lvl6pPr marL="6240530" algn="l" defTabSz="2496210" rtl="0" eaLnBrk="1" latinLnBrk="0" hangingPunct="1">
      <a:defRPr sz="4910" kern="1200">
        <a:solidFill>
          <a:schemeClr val="tx1"/>
        </a:solidFill>
        <a:latin typeface="+mn-lt"/>
        <a:ea typeface="+mn-ea"/>
        <a:cs typeface="+mn-cs"/>
      </a:defRPr>
    </a:lvl6pPr>
    <a:lvl7pPr marL="7488640" algn="l" defTabSz="2496210" rtl="0" eaLnBrk="1" latinLnBrk="0" hangingPunct="1">
      <a:defRPr sz="4910" kern="1200">
        <a:solidFill>
          <a:schemeClr val="tx1"/>
        </a:solidFill>
        <a:latin typeface="+mn-lt"/>
        <a:ea typeface="+mn-ea"/>
        <a:cs typeface="+mn-cs"/>
      </a:defRPr>
    </a:lvl7pPr>
    <a:lvl8pPr marL="8736741" algn="l" defTabSz="2496210" rtl="0" eaLnBrk="1" latinLnBrk="0" hangingPunct="1">
      <a:defRPr sz="4910" kern="1200">
        <a:solidFill>
          <a:schemeClr val="tx1"/>
        </a:solidFill>
        <a:latin typeface="+mn-lt"/>
        <a:ea typeface="+mn-ea"/>
        <a:cs typeface="+mn-cs"/>
      </a:defRPr>
    </a:lvl8pPr>
    <a:lvl9pPr marL="9984851" algn="l" defTabSz="2496210" rtl="0" eaLnBrk="1" latinLnBrk="0" hangingPunct="1">
      <a:defRPr sz="49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A"/>
    <a:srgbClr val="00002D"/>
    <a:srgbClr val="00004B"/>
    <a:srgbClr val="000037"/>
    <a:srgbClr val="0000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4660"/>
  </p:normalViewPr>
  <p:slideViewPr>
    <p:cSldViewPr snapToGrid="0">
      <p:cViewPr varScale="1">
        <p:scale>
          <a:sx n="31" d="100"/>
          <a:sy n="31" d="100"/>
        </p:scale>
        <p:origin x="26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5850" y="4071164"/>
            <a:ext cx="23072964" cy="8660577"/>
          </a:xfrm>
        </p:spPr>
        <p:txBody>
          <a:bodyPr anchor="b"/>
          <a:lstStyle>
            <a:lvl1pPr algn="ctr">
              <a:defRPr sz="17812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3083" y="13065726"/>
            <a:ext cx="20358497" cy="6005970"/>
          </a:xfrm>
        </p:spPr>
        <p:txBody>
          <a:bodyPr/>
          <a:lstStyle>
            <a:lvl1pPr marL="0" indent="0" algn="ctr">
              <a:buNone/>
              <a:defRPr sz="7125"/>
            </a:lvl1pPr>
            <a:lvl2pPr marL="1357244" indent="0" algn="ctr">
              <a:buNone/>
              <a:defRPr sz="5937"/>
            </a:lvl2pPr>
            <a:lvl3pPr marL="2714488" indent="0" algn="ctr">
              <a:buNone/>
              <a:defRPr sz="5343"/>
            </a:lvl3pPr>
            <a:lvl4pPr marL="4071732" indent="0" algn="ctr">
              <a:buNone/>
              <a:defRPr sz="4750"/>
            </a:lvl4pPr>
            <a:lvl5pPr marL="5428976" indent="0" algn="ctr">
              <a:buNone/>
              <a:defRPr sz="4750"/>
            </a:lvl5pPr>
            <a:lvl6pPr marL="6786220" indent="0" algn="ctr">
              <a:buNone/>
              <a:defRPr sz="4750"/>
            </a:lvl6pPr>
            <a:lvl7pPr marL="8143464" indent="0" algn="ctr">
              <a:buNone/>
              <a:defRPr sz="4750"/>
            </a:lvl7pPr>
            <a:lvl8pPr marL="9500707" indent="0" algn="ctr">
              <a:buNone/>
              <a:defRPr sz="4750"/>
            </a:lvl8pPr>
            <a:lvl9pPr marL="10857951" indent="0" algn="ctr">
              <a:buNone/>
              <a:defRPr sz="475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58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97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059" y="6201764"/>
            <a:ext cx="23412272" cy="10347775"/>
          </a:xfrm>
        </p:spPr>
        <p:txBody>
          <a:bodyPr anchor="b"/>
          <a:lstStyle>
            <a:lvl1pPr>
              <a:defRPr sz="17812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2059" y="16647432"/>
            <a:ext cx="23412272" cy="5441651"/>
          </a:xfrm>
        </p:spPr>
        <p:txBody>
          <a:bodyPr/>
          <a:lstStyle>
            <a:lvl1pPr marL="0" indent="0">
              <a:buNone/>
              <a:defRPr sz="7125">
                <a:solidFill>
                  <a:schemeClr val="tx1"/>
                </a:solidFill>
              </a:defRPr>
            </a:lvl1pPr>
            <a:lvl2pPr marL="1357244" indent="0">
              <a:buNone/>
              <a:defRPr sz="5937">
                <a:solidFill>
                  <a:schemeClr val="tx1">
                    <a:tint val="75000"/>
                  </a:schemeClr>
                </a:solidFill>
              </a:defRPr>
            </a:lvl2pPr>
            <a:lvl3pPr marL="2714488" indent="0">
              <a:buNone/>
              <a:defRPr sz="5343">
                <a:solidFill>
                  <a:schemeClr val="tx1">
                    <a:tint val="75000"/>
                  </a:schemeClr>
                </a:solidFill>
              </a:defRPr>
            </a:lvl3pPr>
            <a:lvl4pPr marL="4071732" indent="0">
              <a:buNone/>
              <a:defRPr sz="4750">
                <a:solidFill>
                  <a:schemeClr val="tx1">
                    <a:tint val="75000"/>
                  </a:schemeClr>
                </a:solidFill>
              </a:defRPr>
            </a:lvl4pPr>
            <a:lvl5pPr marL="5428976" indent="0">
              <a:buNone/>
              <a:defRPr sz="4750">
                <a:solidFill>
                  <a:schemeClr val="tx1">
                    <a:tint val="75000"/>
                  </a:schemeClr>
                </a:solidFill>
              </a:defRPr>
            </a:lvl5pPr>
            <a:lvl6pPr marL="6786220" indent="0">
              <a:buNone/>
              <a:defRPr sz="4750">
                <a:solidFill>
                  <a:schemeClr val="tx1">
                    <a:tint val="75000"/>
                  </a:schemeClr>
                </a:solidFill>
              </a:defRPr>
            </a:lvl6pPr>
            <a:lvl7pPr marL="8143464" indent="0">
              <a:buNone/>
              <a:defRPr sz="4750">
                <a:solidFill>
                  <a:schemeClr val="tx1">
                    <a:tint val="75000"/>
                  </a:schemeClr>
                </a:solidFill>
              </a:defRPr>
            </a:lvl7pPr>
            <a:lvl8pPr marL="9500707" indent="0">
              <a:buNone/>
              <a:defRPr sz="4750">
                <a:solidFill>
                  <a:schemeClr val="tx1">
                    <a:tint val="75000"/>
                  </a:schemeClr>
                </a:solidFill>
              </a:defRPr>
            </a:lvl8pPr>
            <a:lvl9pPr marL="10857951" indent="0">
              <a:buNone/>
              <a:defRPr sz="47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29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66195" y="6622117"/>
            <a:ext cx="11536482" cy="1578367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41986" y="6622117"/>
            <a:ext cx="11536482" cy="1578367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06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9731" y="1324429"/>
            <a:ext cx="23412272" cy="480823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9734" y="6098108"/>
            <a:ext cx="11483463" cy="2988588"/>
          </a:xfrm>
        </p:spPr>
        <p:txBody>
          <a:bodyPr anchor="b"/>
          <a:lstStyle>
            <a:lvl1pPr marL="0" indent="0">
              <a:buNone/>
              <a:defRPr sz="7125" b="1"/>
            </a:lvl1pPr>
            <a:lvl2pPr marL="1357244" indent="0">
              <a:buNone/>
              <a:defRPr sz="5937" b="1"/>
            </a:lvl2pPr>
            <a:lvl3pPr marL="2714488" indent="0">
              <a:buNone/>
              <a:defRPr sz="5343" b="1"/>
            </a:lvl3pPr>
            <a:lvl4pPr marL="4071732" indent="0">
              <a:buNone/>
              <a:defRPr sz="4750" b="1"/>
            </a:lvl4pPr>
            <a:lvl5pPr marL="5428976" indent="0">
              <a:buNone/>
              <a:defRPr sz="4750" b="1"/>
            </a:lvl5pPr>
            <a:lvl6pPr marL="6786220" indent="0">
              <a:buNone/>
              <a:defRPr sz="4750" b="1"/>
            </a:lvl6pPr>
            <a:lvl7pPr marL="8143464" indent="0">
              <a:buNone/>
              <a:defRPr sz="4750" b="1"/>
            </a:lvl7pPr>
            <a:lvl8pPr marL="9500707" indent="0">
              <a:buNone/>
              <a:defRPr sz="4750" b="1"/>
            </a:lvl8pPr>
            <a:lvl9pPr marL="10857951" indent="0">
              <a:buNone/>
              <a:defRPr sz="475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69734" y="9086695"/>
            <a:ext cx="11483463" cy="13365161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741987" y="6098108"/>
            <a:ext cx="11540017" cy="2988588"/>
          </a:xfrm>
        </p:spPr>
        <p:txBody>
          <a:bodyPr anchor="b"/>
          <a:lstStyle>
            <a:lvl1pPr marL="0" indent="0">
              <a:buNone/>
              <a:defRPr sz="7125" b="1"/>
            </a:lvl1pPr>
            <a:lvl2pPr marL="1357244" indent="0">
              <a:buNone/>
              <a:defRPr sz="5937" b="1"/>
            </a:lvl2pPr>
            <a:lvl3pPr marL="2714488" indent="0">
              <a:buNone/>
              <a:defRPr sz="5343" b="1"/>
            </a:lvl3pPr>
            <a:lvl4pPr marL="4071732" indent="0">
              <a:buNone/>
              <a:defRPr sz="4750" b="1"/>
            </a:lvl4pPr>
            <a:lvl5pPr marL="5428976" indent="0">
              <a:buNone/>
              <a:defRPr sz="4750" b="1"/>
            </a:lvl5pPr>
            <a:lvl6pPr marL="6786220" indent="0">
              <a:buNone/>
              <a:defRPr sz="4750" b="1"/>
            </a:lvl6pPr>
            <a:lvl7pPr marL="8143464" indent="0">
              <a:buNone/>
              <a:defRPr sz="4750" b="1"/>
            </a:lvl7pPr>
            <a:lvl8pPr marL="9500707" indent="0">
              <a:buNone/>
              <a:defRPr sz="4750" b="1"/>
            </a:lvl8pPr>
            <a:lvl9pPr marL="10857951" indent="0">
              <a:buNone/>
              <a:defRPr sz="475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741987" y="9086695"/>
            <a:ext cx="11540017" cy="13365161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106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60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13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9731" y="1658408"/>
            <a:ext cx="8754860" cy="5804429"/>
          </a:xfrm>
        </p:spPr>
        <p:txBody>
          <a:bodyPr anchor="b"/>
          <a:lstStyle>
            <a:lvl1pPr>
              <a:defRPr sz="95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0017" y="3581707"/>
            <a:ext cx="13741986" cy="17678172"/>
          </a:xfrm>
        </p:spPr>
        <p:txBody>
          <a:bodyPr/>
          <a:lstStyle>
            <a:lvl1pPr>
              <a:defRPr sz="9500"/>
            </a:lvl1pPr>
            <a:lvl2pPr>
              <a:defRPr sz="8312"/>
            </a:lvl2pPr>
            <a:lvl3pPr>
              <a:defRPr sz="7125"/>
            </a:lvl3pPr>
            <a:lvl4pPr>
              <a:defRPr sz="5937"/>
            </a:lvl4pPr>
            <a:lvl5pPr>
              <a:defRPr sz="5937"/>
            </a:lvl5pPr>
            <a:lvl6pPr>
              <a:defRPr sz="5937"/>
            </a:lvl6pPr>
            <a:lvl7pPr>
              <a:defRPr sz="5937"/>
            </a:lvl7pPr>
            <a:lvl8pPr>
              <a:defRPr sz="5937"/>
            </a:lvl8pPr>
            <a:lvl9pPr>
              <a:defRPr sz="5937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69731" y="7462837"/>
            <a:ext cx="8754860" cy="13825830"/>
          </a:xfrm>
        </p:spPr>
        <p:txBody>
          <a:bodyPr/>
          <a:lstStyle>
            <a:lvl1pPr marL="0" indent="0">
              <a:buNone/>
              <a:defRPr sz="4750"/>
            </a:lvl1pPr>
            <a:lvl2pPr marL="1357244" indent="0">
              <a:buNone/>
              <a:defRPr sz="4156"/>
            </a:lvl2pPr>
            <a:lvl3pPr marL="2714488" indent="0">
              <a:buNone/>
              <a:defRPr sz="3562"/>
            </a:lvl3pPr>
            <a:lvl4pPr marL="4071732" indent="0">
              <a:buNone/>
              <a:defRPr sz="2969"/>
            </a:lvl4pPr>
            <a:lvl5pPr marL="5428976" indent="0">
              <a:buNone/>
              <a:defRPr sz="2969"/>
            </a:lvl5pPr>
            <a:lvl6pPr marL="6786220" indent="0">
              <a:buNone/>
              <a:defRPr sz="2969"/>
            </a:lvl6pPr>
            <a:lvl7pPr marL="8143464" indent="0">
              <a:buNone/>
              <a:defRPr sz="2969"/>
            </a:lvl7pPr>
            <a:lvl8pPr marL="9500707" indent="0">
              <a:buNone/>
              <a:defRPr sz="2969"/>
            </a:lvl8pPr>
            <a:lvl9pPr marL="10857951" indent="0">
              <a:buNone/>
              <a:defRPr sz="2969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8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9731" y="1658408"/>
            <a:ext cx="8754860" cy="5804429"/>
          </a:xfrm>
        </p:spPr>
        <p:txBody>
          <a:bodyPr anchor="b"/>
          <a:lstStyle>
            <a:lvl1pPr>
              <a:defRPr sz="95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0017" y="3581707"/>
            <a:ext cx="13741986" cy="17678172"/>
          </a:xfrm>
        </p:spPr>
        <p:txBody>
          <a:bodyPr anchor="t"/>
          <a:lstStyle>
            <a:lvl1pPr marL="0" indent="0">
              <a:buNone/>
              <a:defRPr sz="9500"/>
            </a:lvl1pPr>
            <a:lvl2pPr marL="1357244" indent="0">
              <a:buNone/>
              <a:defRPr sz="8312"/>
            </a:lvl2pPr>
            <a:lvl3pPr marL="2714488" indent="0">
              <a:buNone/>
              <a:defRPr sz="7125"/>
            </a:lvl3pPr>
            <a:lvl4pPr marL="4071732" indent="0">
              <a:buNone/>
              <a:defRPr sz="5937"/>
            </a:lvl4pPr>
            <a:lvl5pPr marL="5428976" indent="0">
              <a:buNone/>
              <a:defRPr sz="5937"/>
            </a:lvl5pPr>
            <a:lvl6pPr marL="6786220" indent="0">
              <a:buNone/>
              <a:defRPr sz="5937"/>
            </a:lvl6pPr>
            <a:lvl7pPr marL="8143464" indent="0">
              <a:buNone/>
              <a:defRPr sz="5937"/>
            </a:lvl7pPr>
            <a:lvl8pPr marL="9500707" indent="0">
              <a:buNone/>
              <a:defRPr sz="5937"/>
            </a:lvl8pPr>
            <a:lvl9pPr marL="10857951" indent="0">
              <a:buNone/>
              <a:defRPr sz="5937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69731" y="7462837"/>
            <a:ext cx="8754860" cy="13825830"/>
          </a:xfrm>
        </p:spPr>
        <p:txBody>
          <a:bodyPr/>
          <a:lstStyle>
            <a:lvl1pPr marL="0" indent="0">
              <a:buNone/>
              <a:defRPr sz="4750"/>
            </a:lvl1pPr>
            <a:lvl2pPr marL="1357244" indent="0">
              <a:buNone/>
              <a:defRPr sz="4156"/>
            </a:lvl2pPr>
            <a:lvl3pPr marL="2714488" indent="0">
              <a:buNone/>
              <a:defRPr sz="3562"/>
            </a:lvl3pPr>
            <a:lvl4pPr marL="4071732" indent="0">
              <a:buNone/>
              <a:defRPr sz="2969"/>
            </a:lvl4pPr>
            <a:lvl5pPr marL="5428976" indent="0">
              <a:buNone/>
              <a:defRPr sz="2969"/>
            </a:lvl5pPr>
            <a:lvl6pPr marL="6786220" indent="0">
              <a:buNone/>
              <a:defRPr sz="2969"/>
            </a:lvl6pPr>
            <a:lvl7pPr marL="8143464" indent="0">
              <a:buNone/>
              <a:defRPr sz="2969"/>
            </a:lvl7pPr>
            <a:lvl8pPr marL="9500707" indent="0">
              <a:buNone/>
              <a:defRPr sz="2969"/>
            </a:lvl8pPr>
            <a:lvl9pPr marL="10857951" indent="0">
              <a:buNone/>
              <a:defRPr sz="2969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42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46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425401" y="1324423"/>
            <a:ext cx="5853068" cy="21081366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66197" y="1324423"/>
            <a:ext cx="17219896" cy="21081366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15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66196" y="1324429"/>
            <a:ext cx="23412272" cy="4808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6196" y="6622117"/>
            <a:ext cx="23412272" cy="15783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66196" y="23056488"/>
            <a:ext cx="6107549" cy="13244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AFAAF-5D6D-4B47-BC06-D962A3FA4282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991670" y="23056488"/>
            <a:ext cx="9161324" cy="13244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170918" y="23056488"/>
            <a:ext cx="6107549" cy="13244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3A377-96F5-48AF-AA34-1CC01E1056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958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14488" rtl="0" eaLnBrk="1" latinLnBrk="0" hangingPunct="1">
        <a:lnSpc>
          <a:spcPct val="90000"/>
        </a:lnSpc>
        <a:spcBef>
          <a:spcPct val="0"/>
        </a:spcBef>
        <a:buNone/>
        <a:defRPr sz="13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8622" indent="-678622" algn="l" defTabSz="2714488" rtl="0" eaLnBrk="1" latinLnBrk="0" hangingPunct="1">
        <a:lnSpc>
          <a:spcPct val="90000"/>
        </a:lnSpc>
        <a:spcBef>
          <a:spcPts val="2969"/>
        </a:spcBef>
        <a:buFont typeface="Arial" panose="020B0604020202020204" pitchFamily="34" charset="0"/>
        <a:buChar char="•"/>
        <a:defRPr sz="8312" kern="1200">
          <a:solidFill>
            <a:schemeClr val="tx1"/>
          </a:solidFill>
          <a:latin typeface="+mn-lt"/>
          <a:ea typeface="+mn-ea"/>
          <a:cs typeface="+mn-cs"/>
        </a:defRPr>
      </a:lvl1pPr>
      <a:lvl2pPr marL="2035866" indent="-678622" algn="l" defTabSz="2714488" rtl="0" eaLnBrk="1" latinLnBrk="0" hangingPunct="1">
        <a:lnSpc>
          <a:spcPct val="90000"/>
        </a:lnSpc>
        <a:spcBef>
          <a:spcPts val="1484"/>
        </a:spcBef>
        <a:buFont typeface="Arial" panose="020B0604020202020204" pitchFamily="34" charset="0"/>
        <a:buChar char="•"/>
        <a:defRPr sz="7125" kern="1200">
          <a:solidFill>
            <a:schemeClr val="tx1"/>
          </a:solidFill>
          <a:latin typeface="+mn-lt"/>
          <a:ea typeface="+mn-ea"/>
          <a:cs typeface="+mn-cs"/>
        </a:defRPr>
      </a:lvl2pPr>
      <a:lvl3pPr marL="3393110" indent="-678622" algn="l" defTabSz="2714488" rtl="0" eaLnBrk="1" latinLnBrk="0" hangingPunct="1">
        <a:lnSpc>
          <a:spcPct val="90000"/>
        </a:lnSpc>
        <a:spcBef>
          <a:spcPts val="1484"/>
        </a:spcBef>
        <a:buFont typeface="Arial" panose="020B0604020202020204" pitchFamily="34" charset="0"/>
        <a:buChar char="•"/>
        <a:defRPr sz="5937" kern="1200">
          <a:solidFill>
            <a:schemeClr val="tx1"/>
          </a:solidFill>
          <a:latin typeface="+mn-lt"/>
          <a:ea typeface="+mn-ea"/>
          <a:cs typeface="+mn-cs"/>
        </a:defRPr>
      </a:lvl3pPr>
      <a:lvl4pPr marL="4750354" indent="-678622" algn="l" defTabSz="2714488" rtl="0" eaLnBrk="1" latinLnBrk="0" hangingPunct="1">
        <a:lnSpc>
          <a:spcPct val="90000"/>
        </a:lnSpc>
        <a:spcBef>
          <a:spcPts val="1484"/>
        </a:spcBef>
        <a:buFont typeface="Arial" panose="020B0604020202020204" pitchFamily="34" charset="0"/>
        <a:buChar char="•"/>
        <a:defRPr sz="5343" kern="1200">
          <a:solidFill>
            <a:schemeClr val="tx1"/>
          </a:solidFill>
          <a:latin typeface="+mn-lt"/>
          <a:ea typeface="+mn-ea"/>
          <a:cs typeface="+mn-cs"/>
        </a:defRPr>
      </a:lvl4pPr>
      <a:lvl5pPr marL="6107598" indent="-678622" algn="l" defTabSz="2714488" rtl="0" eaLnBrk="1" latinLnBrk="0" hangingPunct="1">
        <a:lnSpc>
          <a:spcPct val="90000"/>
        </a:lnSpc>
        <a:spcBef>
          <a:spcPts val="1484"/>
        </a:spcBef>
        <a:buFont typeface="Arial" panose="020B0604020202020204" pitchFamily="34" charset="0"/>
        <a:buChar char="•"/>
        <a:defRPr sz="5343" kern="1200">
          <a:solidFill>
            <a:schemeClr val="tx1"/>
          </a:solidFill>
          <a:latin typeface="+mn-lt"/>
          <a:ea typeface="+mn-ea"/>
          <a:cs typeface="+mn-cs"/>
        </a:defRPr>
      </a:lvl5pPr>
      <a:lvl6pPr marL="7464842" indent="-678622" algn="l" defTabSz="2714488" rtl="0" eaLnBrk="1" latinLnBrk="0" hangingPunct="1">
        <a:lnSpc>
          <a:spcPct val="90000"/>
        </a:lnSpc>
        <a:spcBef>
          <a:spcPts val="1484"/>
        </a:spcBef>
        <a:buFont typeface="Arial" panose="020B0604020202020204" pitchFamily="34" charset="0"/>
        <a:buChar char="•"/>
        <a:defRPr sz="5343" kern="1200">
          <a:solidFill>
            <a:schemeClr val="tx1"/>
          </a:solidFill>
          <a:latin typeface="+mn-lt"/>
          <a:ea typeface="+mn-ea"/>
          <a:cs typeface="+mn-cs"/>
        </a:defRPr>
      </a:lvl6pPr>
      <a:lvl7pPr marL="8822085" indent="-678622" algn="l" defTabSz="2714488" rtl="0" eaLnBrk="1" latinLnBrk="0" hangingPunct="1">
        <a:lnSpc>
          <a:spcPct val="90000"/>
        </a:lnSpc>
        <a:spcBef>
          <a:spcPts val="1484"/>
        </a:spcBef>
        <a:buFont typeface="Arial" panose="020B0604020202020204" pitchFamily="34" charset="0"/>
        <a:buChar char="•"/>
        <a:defRPr sz="5343" kern="1200">
          <a:solidFill>
            <a:schemeClr val="tx1"/>
          </a:solidFill>
          <a:latin typeface="+mn-lt"/>
          <a:ea typeface="+mn-ea"/>
          <a:cs typeface="+mn-cs"/>
        </a:defRPr>
      </a:lvl7pPr>
      <a:lvl8pPr marL="10179329" indent="-678622" algn="l" defTabSz="2714488" rtl="0" eaLnBrk="1" latinLnBrk="0" hangingPunct="1">
        <a:lnSpc>
          <a:spcPct val="90000"/>
        </a:lnSpc>
        <a:spcBef>
          <a:spcPts val="1484"/>
        </a:spcBef>
        <a:buFont typeface="Arial" panose="020B0604020202020204" pitchFamily="34" charset="0"/>
        <a:buChar char="•"/>
        <a:defRPr sz="5343" kern="1200">
          <a:solidFill>
            <a:schemeClr val="tx1"/>
          </a:solidFill>
          <a:latin typeface="+mn-lt"/>
          <a:ea typeface="+mn-ea"/>
          <a:cs typeface="+mn-cs"/>
        </a:defRPr>
      </a:lvl8pPr>
      <a:lvl9pPr marL="11536573" indent="-678622" algn="l" defTabSz="2714488" rtl="0" eaLnBrk="1" latinLnBrk="0" hangingPunct="1">
        <a:lnSpc>
          <a:spcPct val="90000"/>
        </a:lnSpc>
        <a:spcBef>
          <a:spcPts val="1484"/>
        </a:spcBef>
        <a:buFont typeface="Arial" panose="020B0604020202020204" pitchFamily="34" charset="0"/>
        <a:buChar char="•"/>
        <a:defRPr sz="53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14488" rtl="0" eaLnBrk="1" latinLnBrk="0" hangingPunct="1">
        <a:defRPr sz="5343" kern="1200">
          <a:solidFill>
            <a:schemeClr val="tx1"/>
          </a:solidFill>
          <a:latin typeface="+mn-lt"/>
          <a:ea typeface="+mn-ea"/>
          <a:cs typeface="+mn-cs"/>
        </a:defRPr>
      </a:lvl1pPr>
      <a:lvl2pPr marL="1357244" algn="l" defTabSz="2714488" rtl="0" eaLnBrk="1" latinLnBrk="0" hangingPunct="1">
        <a:defRPr sz="5343" kern="1200">
          <a:solidFill>
            <a:schemeClr val="tx1"/>
          </a:solidFill>
          <a:latin typeface="+mn-lt"/>
          <a:ea typeface="+mn-ea"/>
          <a:cs typeface="+mn-cs"/>
        </a:defRPr>
      </a:lvl2pPr>
      <a:lvl3pPr marL="2714488" algn="l" defTabSz="2714488" rtl="0" eaLnBrk="1" latinLnBrk="0" hangingPunct="1">
        <a:defRPr sz="5343" kern="1200">
          <a:solidFill>
            <a:schemeClr val="tx1"/>
          </a:solidFill>
          <a:latin typeface="+mn-lt"/>
          <a:ea typeface="+mn-ea"/>
          <a:cs typeface="+mn-cs"/>
        </a:defRPr>
      </a:lvl3pPr>
      <a:lvl4pPr marL="4071732" algn="l" defTabSz="2714488" rtl="0" eaLnBrk="1" latinLnBrk="0" hangingPunct="1">
        <a:defRPr sz="5343" kern="1200">
          <a:solidFill>
            <a:schemeClr val="tx1"/>
          </a:solidFill>
          <a:latin typeface="+mn-lt"/>
          <a:ea typeface="+mn-ea"/>
          <a:cs typeface="+mn-cs"/>
        </a:defRPr>
      </a:lvl4pPr>
      <a:lvl5pPr marL="5428976" algn="l" defTabSz="2714488" rtl="0" eaLnBrk="1" latinLnBrk="0" hangingPunct="1">
        <a:defRPr sz="5343" kern="1200">
          <a:solidFill>
            <a:schemeClr val="tx1"/>
          </a:solidFill>
          <a:latin typeface="+mn-lt"/>
          <a:ea typeface="+mn-ea"/>
          <a:cs typeface="+mn-cs"/>
        </a:defRPr>
      </a:lvl5pPr>
      <a:lvl6pPr marL="6786220" algn="l" defTabSz="2714488" rtl="0" eaLnBrk="1" latinLnBrk="0" hangingPunct="1">
        <a:defRPr sz="5343" kern="1200">
          <a:solidFill>
            <a:schemeClr val="tx1"/>
          </a:solidFill>
          <a:latin typeface="+mn-lt"/>
          <a:ea typeface="+mn-ea"/>
          <a:cs typeface="+mn-cs"/>
        </a:defRPr>
      </a:lvl6pPr>
      <a:lvl7pPr marL="8143464" algn="l" defTabSz="2714488" rtl="0" eaLnBrk="1" latinLnBrk="0" hangingPunct="1">
        <a:defRPr sz="5343" kern="1200">
          <a:solidFill>
            <a:schemeClr val="tx1"/>
          </a:solidFill>
          <a:latin typeface="+mn-lt"/>
          <a:ea typeface="+mn-ea"/>
          <a:cs typeface="+mn-cs"/>
        </a:defRPr>
      </a:lvl7pPr>
      <a:lvl8pPr marL="9500707" algn="l" defTabSz="2714488" rtl="0" eaLnBrk="1" latinLnBrk="0" hangingPunct="1">
        <a:defRPr sz="5343" kern="1200">
          <a:solidFill>
            <a:schemeClr val="tx1"/>
          </a:solidFill>
          <a:latin typeface="+mn-lt"/>
          <a:ea typeface="+mn-ea"/>
          <a:cs typeface="+mn-cs"/>
        </a:defRPr>
      </a:lvl8pPr>
      <a:lvl9pPr marL="10857951" algn="l" defTabSz="2714488" rtl="0" eaLnBrk="1" latinLnBrk="0" hangingPunct="1">
        <a:defRPr sz="5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-1"/>
            <a:ext cx="27144663" cy="24876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11628379"/>
            <a:ext cx="27144663" cy="2276807"/>
          </a:xfrm>
          <a:prstGeom prst="rect">
            <a:avLst/>
          </a:prstGeom>
          <a:solidFill>
            <a:srgbClr val="00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0" b="1" smtClean="0">
                <a:ln w="12700">
                  <a:noFill/>
                </a:ln>
                <a:solidFill>
                  <a:srgbClr val="FF0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中華民國駐日戡亂政府</a:t>
            </a:r>
            <a:r>
              <a:rPr lang="zh-TW" altLang="en-US" sz="10000" b="1">
                <a:ln w="12700">
                  <a:noFill/>
                </a:ln>
                <a:solidFill>
                  <a:srgbClr val="FF0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令</a:t>
            </a:r>
            <a:endParaRPr lang="en-US" altLang="zh-TW" sz="10000" b="1" smtClean="0">
              <a:ln w="12700">
                <a:noFill/>
              </a:ln>
              <a:solidFill>
                <a:srgbClr val="FF0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13905186"/>
            <a:ext cx="27144663" cy="6873766"/>
          </a:xfrm>
          <a:prstGeom prst="rect">
            <a:avLst/>
          </a:prstGeom>
          <a:solidFill>
            <a:srgbClr val="000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0" smtClean="0">
                <a:ln w="12700">
                  <a:noFill/>
                </a:ln>
                <a:solidFill>
                  <a:srgbClr val="FF0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倭國殘暴墮落之政府</a:t>
            </a:r>
            <a:r>
              <a:rPr lang="zh-TW" altLang="en-US" sz="14000">
                <a:ln w="12700">
                  <a:noFill/>
                </a:ln>
                <a:solidFill>
                  <a:srgbClr val="FF0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，</a:t>
            </a:r>
            <a:r>
              <a:rPr lang="zh-TW" altLang="en-US" sz="14000" smtClean="0">
                <a:ln w="12700">
                  <a:noFill/>
                </a:ln>
                <a:solidFill>
                  <a:srgbClr val="FF0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永世廢除</a:t>
            </a:r>
            <a:endParaRPr lang="en-US" altLang="zh-TW" sz="14000" smtClean="0">
              <a:ln w="12700">
                <a:noFill/>
              </a:ln>
              <a:solidFill>
                <a:srgbClr val="FF0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/>
            <a:r>
              <a:rPr lang="zh-TW" altLang="en-US" sz="14000" smtClean="0">
                <a:ln w="12700">
                  <a:noFill/>
                </a:ln>
                <a:solidFill>
                  <a:srgbClr val="FF0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倭國非人之政客軍官，皆處死刑</a:t>
            </a:r>
            <a:endParaRPr lang="en-US" altLang="zh-TW" sz="14000" smtClean="0">
              <a:ln w="12700">
                <a:noFill/>
              </a:ln>
              <a:solidFill>
                <a:srgbClr val="FF0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algn="ctr"/>
            <a:r>
              <a:rPr lang="zh-TW" altLang="en-US" sz="14000" smtClean="0">
                <a:ln w="12700">
                  <a:noFill/>
                </a:ln>
                <a:solidFill>
                  <a:srgbClr val="FF0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倭國為虎作倀之國民，盡奪人權</a:t>
            </a:r>
            <a:endParaRPr lang="en-US" altLang="zh-TW" sz="14000" smtClean="0">
              <a:ln w="12700">
                <a:noFill/>
              </a:ln>
              <a:solidFill>
                <a:srgbClr val="FF0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-1" y="20778952"/>
            <a:ext cx="27144663" cy="2276807"/>
          </a:xfrm>
          <a:prstGeom prst="rect">
            <a:avLst/>
          </a:prstGeom>
          <a:solidFill>
            <a:srgbClr val="00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0" b="1" smtClean="0">
                <a:ln w="12700">
                  <a:noFill/>
                </a:ln>
                <a:solidFill>
                  <a:srgbClr val="FF0000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站好，為你的罪行接受審判</a:t>
            </a:r>
            <a:endParaRPr lang="en-US" altLang="zh-TW" sz="10000" b="1" smtClean="0">
              <a:ln w="12700">
                <a:noFill/>
              </a:ln>
              <a:solidFill>
                <a:srgbClr val="FF0000"/>
              </a:solidFill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330" y="1500565"/>
            <a:ext cx="8640000" cy="862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3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65</Words>
  <Application>Microsoft Office PowerPoint</Application>
  <PresentationFormat>自訂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DFKai-SB</vt:lpstr>
      <vt:lpstr>新細明體</vt:lpstr>
      <vt:lpstr>宋体</vt:lpstr>
      <vt:lpstr>Arial</vt:lpstr>
      <vt:lpstr>Calibri</vt:lpstr>
      <vt:lpstr>Calibri Light</vt:lpstr>
      <vt:lpstr>Office 佈景主題</vt:lpstr>
      <vt:lpstr>PowerPoint 簡報</vt:lpstr>
    </vt:vector>
  </TitlesOfParts>
  <Company>South Equestria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Picsell Dois</dc:creator>
  <cp:lastModifiedBy>Picsell Dois</cp:lastModifiedBy>
  <cp:revision>8</cp:revision>
  <dcterms:created xsi:type="dcterms:W3CDTF">2026-05-06T05:32:04Z</dcterms:created>
  <dcterms:modified xsi:type="dcterms:W3CDTF">2026-05-06T06:23:15Z</dcterms:modified>
</cp:coreProperties>
</file>